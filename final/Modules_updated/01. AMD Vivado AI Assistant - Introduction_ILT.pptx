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tags/tag11.xml" ContentType="application/vnd.openxmlformats-officedocument.presentationml.tags+xml"/>
  <Override PartName="/ppt/notesSlides/notesSlide16.xml" ContentType="application/vnd.openxmlformats-officedocument.presentationml.notesSlide+xml"/>
  <Override PartName="/ppt/tags/tag12.xml" ContentType="application/vnd.openxmlformats-officedocument.presentationml.tags+xml"/>
  <Override PartName="/ppt/notesSlides/notesSlide17.xml" ContentType="application/vnd.openxmlformats-officedocument.presentationml.notesSlide+xml"/>
  <Override PartName="/ppt/tags/tag13.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12"/>
  </p:sldMasterIdLst>
  <p:notesMasterIdLst>
    <p:notesMasterId r:id="rId33"/>
  </p:notesMasterIdLst>
  <p:handoutMasterIdLst>
    <p:handoutMasterId r:id="rId34"/>
  </p:handoutMasterIdLst>
  <p:sldIdLst>
    <p:sldId id="2147483466" r:id="rId13"/>
    <p:sldId id="2147483477" r:id="rId14"/>
    <p:sldId id="2147483496" r:id="rId15"/>
    <p:sldId id="2147483492" r:id="rId16"/>
    <p:sldId id="2147483494" r:id="rId17"/>
    <p:sldId id="2147483495" r:id="rId18"/>
    <p:sldId id="2147483489" r:id="rId19"/>
    <p:sldId id="2147483499" r:id="rId20"/>
    <p:sldId id="2147483497" r:id="rId21"/>
    <p:sldId id="2147483479" r:id="rId22"/>
    <p:sldId id="2147483480" r:id="rId23"/>
    <p:sldId id="2147483469" r:id="rId24"/>
    <p:sldId id="2147483498" r:id="rId25"/>
    <p:sldId id="2147483261" r:id="rId26"/>
    <p:sldId id="2147483481" r:id="rId27"/>
    <p:sldId id="2147483482" r:id="rId28"/>
    <p:sldId id="2147483483" r:id="rId29"/>
    <p:sldId id="763" r:id="rId30"/>
    <p:sldId id="2147482507" r:id="rId31"/>
    <p:sldId id="283" r:id="rId3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955B04-B01F-550B-AFE5-F152E2E8130C}" name="Govindaraju, Senthil Murugan" initials="SG" userId="S::senthilm@amd.com::616b5223-6f1d-4875-88ed-77190a5a5f0d" providerId="AD"/>
  <p188:author id="{A92A7008-18F5-0EF9-A9F1-D5574D1ABDEE}" name="Yocca, Pam" initials="PY" userId="S::pamy@amd.com::92f811c7-3c19-49f9-af51-bf4de4e5a4d9" providerId="AD"/>
  <p188:author id="{E170CA22-FADE-84B0-8B36-C989B720B976}" name="Arndt, Chris" initials="CA" userId="S::chrisar@amd.com::c11dfa5b-2412-47ab-b36b-6bcac761bbe6" providerId="AD"/>
  <p188:author id="{FBB09032-BE3D-AF92-8B49-290F6D8FD110}" name="Hutchison, Michael" initials="HM" userId="S::mhutchis@amd.com::2c614f07-7398-450e-9e71-75bccc462926" providerId="AD"/>
  <p188:author id="{4EF5E655-574C-6CFD-4F8E-7D08B629BB3C}" name="Yang, Faye" initials="FY" userId="S::faye@amd.com::7764ac8f-0a9a-4a69-b5af-e6667ba90ce6" providerId="AD"/>
  <p188:author id="{2F3EB45F-74E8-A143-6342-F70E6D16D61C}" name="Konopinski, Mike" initials="" userId="S::mkono@amd.com::3f5892c2-3a40-4483-9ebf-11b06f60b906" providerId="AD"/>
  <p188:author id="{53A0EC72-AB3E-A814-28EF-BCCB1E88F5E7}" name="Pasha, Sabia" initials="SP" userId="S::sabpasha@amd.com::c9515be7-7b37-48b0-8f09-41a8d8176a06" providerId="AD"/>
  <p188:author id="{C1EFD589-6FC0-F231-C529-E85775BE28ED}" name="DeMarco, Deanna" initials="DD" userId="S::demarco@amd.com::d996034d-495b-41a4-a946-b19fd7b398bd" providerId="AD"/>
  <p188:author id="{B742C796-78E5-118C-7238-4C9305707D37}" name="Nellikotte, Vishnu Priya" initials="VN" userId="S::vnelliko@amd.com::fea496c0-936e-45ef-943d-e2861ddcc4ed" providerId="AD"/>
  <p188:author id="{24AF02A0-CD24-1546-48FC-B040402F063A}" name="Pocklassery, Goutham" initials="GP" userId="S::gpocklas@amd.com::8e026356-f9c3-4779-94cb-c3718a72c931" providerId="AD"/>
  <p188:author id="{EE4FDEAF-B594-CF70-0D30-61300B84912A}" name="Tam, Allen" initials="AT" userId="S::allent@amd.com::f5086c44-cd85-41cc-8977-4d12bf3a8542" providerId="AD"/>
  <p188:author id="{3C6307D3-C201-950F-C11A-1AE24DBA3984}" name="Saban, Kirk" initials="KS" userId="S::kirks@amd.com::168c0190-25fc-4c65-84f5-e17217639e20" providerId="AD"/>
  <p188:author id="{6F61D2DB-B2C2-478C-F471-DD28520AC912}" name="Bhat, Omkar" initials="OB" userId="S::obhat@amd.com::5dfbe165-909e-4f44-b6ad-f16e72fe1d65" providerId="AD"/>
  <p188:author id="{D4AFE3E4-9D74-6FEE-4FA1-802F68B22C3A}" name="George, Bill" initials="BG" userId="S::bgeorge@amd.com::d1515dd9-a661-4433-a314-daf0600610dc" providerId="AD"/>
  <p188:author id="{63A198F7-376A-4856-C525-2A6CA537878D}" name="Barry, Jennifer" initials="BJ" userId="S::jbarry@amd.com::5cb4c8e2-f4c8-4ba0-825b-13f7556e1cda" providerId="AD"/>
  <p188:author id="{1B46B9FA-36DF-FC1E-F0D2-03CB4372C1E2}" name="Mohsen, Ehab" initials="ME" userId="S::ehabm@amd.com::3af24d38-dd52-49c5-bf6a-434274b8d93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D9D9D9"/>
    <a:srgbClr val="A6A6A6"/>
    <a:srgbClr val="262626"/>
    <a:srgbClr val="595959"/>
    <a:srgbClr val="8D8C95"/>
    <a:srgbClr val="000000"/>
    <a:srgbClr val="131313"/>
    <a:srgbClr val="242428"/>
    <a:srgbClr val="1918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5313BA-C1BE-41A8-B66E-15C1050FFD5B}" v="3" dt="2026-06-26T11:00:04.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66" autoAdjust="0"/>
  </p:normalViewPr>
  <p:slideViewPr>
    <p:cSldViewPr snapToGrid="0">
      <p:cViewPr varScale="1">
        <p:scale>
          <a:sx n="69" d="100"/>
          <a:sy n="69" d="100"/>
        </p:scale>
        <p:origin x="540" y="44"/>
      </p:cViewPr>
      <p:guideLst/>
    </p:cSldViewPr>
  </p:slideViewPr>
  <p:notesTextViewPr>
    <p:cViewPr>
      <p:scale>
        <a:sx n="100" d="100"/>
        <a:sy n="100" d="100"/>
      </p:scale>
      <p:origin x="0" y="0"/>
    </p:cViewPr>
  </p:notesTextViewPr>
  <p:notesViewPr>
    <p:cSldViewPr snapToGrid="0">
      <p:cViewPr varScale="1">
        <p:scale>
          <a:sx n="78" d="100"/>
          <a:sy n="78" d="100"/>
        </p:scale>
        <p:origin x="291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tableStyles" Target="tableStyles.xml"/><Relationship Id="rId21" Type="http://schemas.openxmlformats.org/officeDocument/2006/relationships/slide" Target="slides/slide9.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presProps" Target="presProps.xml"/><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commentAuthors" Target="commentAuthors.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ha, Sabia" userId="c9515be7-7b37-48b0-8f09-41a8d8176a06" providerId="ADAL" clId="{E9A20A95-56D3-4269-B156-6DC5F7D91E6D}"/>
    <pc:docChg chg="custSel modSld">
      <pc:chgData name="Pasha, Sabia" userId="c9515be7-7b37-48b0-8f09-41a8d8176a06" providerId="ADAL" clId="{E9A20A95-56D3-4269-B156-6DC5F7D91E6D}" dt="2026-06-26T11:00:23.297" v="112" actId="478"/>
      <pc:docMkLst>
        <pc:docMk/>
      </pc:docMkLst>
      <pc:sldChg chg="modSp mod modNotesTx">
        <pc:chgData name="Pasha, Sabia" userId="c9515be7-7b37-48b0-8f09-41a8d8176a06" providerId="ADAL" clId="{E9A20A95-56D3-4269-B156-6DC5F7D91E6D}" dt="2026-06-26T10:55:02.882" v="12" actId="13926"/>
        <pc:sldMkLst>
          <pc:docMk/>
          <pc:sldMk cId="4138148322" sldId="763"/>
        </pc:sldMkLst>
        <pc:spChg chg="mod">
          <ac:chgData name="Pasha, Sabia" userId="c9515be7-7b37-48b0-8f09-41a8d8176a06" providerId="ADAL" clId="{E9A20A95-56D3-4269-B156-6DC5F7D91E6D}" dt="2026-06-26T10:55:02.882" v="12" actId="13926"/>
          <ac:spMkLst>
            <pc:docMk/>
            <pc:sldMk cId="4138148322" sldId="763"/>
            <ac:spMk id="7" creationId="{BB488A55-D476-FE82-6AAF-7A16597D6CD1}"/>
          </ac:spMkLst>
        </pc:spChg>
      </pc:sldChg>
      <pc:sldChg chg="modSp mod modNotesTx">
        <pc:chgData name="Pasha, Sabia" userId="c9515be7-7b37-48b0-8f09-41a8d8176a06" providerId="ADAL" clId="{E9A20A95-56D3-4269-B156-6DC5F7D91E6D}" dt="2026-06-26T10:55:35.419" v="18" actId="14100"/>
        <pc:sldMkLst>
          <pc:docMk/>
          <pc:sldMk cId="658047505" sldId="2147483261"/>
        </pc:sldMkLst>
        <pc:spChg chg="mod">
          <ac:chgData name="Pasha, Sabia" userId="c9515be7-7b37-48b0-8f09-41a8d8176a06" providerId="ADAL" clId="{E9A20A95-56D3-4269-B156-6DC5F7D91E6D}" dt="2026-06-26T10:55:28.170" v="16" actId="13926"/>
          <ac:spMkLst>
            <pc:docMk/>
            <pc:sldMk cId="658047505" sldId="2147483261"/>
            <ac:spMk id="43" creationId="{DA22966F-CCAC-E977-5E6E-4D0381AD8776}"/>
          </ac:spMkLst>
        </pc:spChg>
        <pc:spChg chg="mod">
          <ac:chgData name="Pasha, Sabia" userId="c9515be7-7b37-48b0-8f09-41a8d8176a06" providerId="ADAL" clId="{E9A20A95-56D3-4269-B156-6DC5F7D91E6D}" dt="2026-06-26T10:55:32.690" v="17" actId="14100"/>
          <ac:spMkLst>
            <pc:docMk/>
            <pc:sldMk cId="658047505" sldId="2147483261"/>
            <ac:spMk id="45" creationId="{D67DDCE8-1067-901D-9D57-8B018FAD2513}"/>
          </ac:spMkLst>
        </pc:spChg>
        <pc:spChg chg="mod">
          <ac:chgData name="Pasha, Sabia" userId="c9515be7-7b37-48b0-8f09-41a8d8176a06" providerId="ADAL" clId="{E9A20A95-56D3-4269-B156-6DC5F7D91E6D}" dt="2026-06-26T10:55:28.170" v="16" actId="13926"/>
          <ac:spMkLst>
            <pc:docMk/>
            <pc:sldMk cId="658047505" sldId="2147483261"/>
            <ac:spMk id="47" creationId="{2E543F4C-CBF2-A92B-7EC9-F1649234E959}"/>
          </ac:spMkLst>
        </pc:spChg>
        <pc:spChg chg="mod">
          <ac:chgData name="Pasha, Sabia" userId="c9515be7-7b37-48b0-8f09-41a8d8176a06" providerId="ADAL" clId="{E9A20A95-56D3-4269-B156-6DC5F7D91E6D}" dt="2026-06-26T10:55:28.170" v="16" actId="13926"/>
          <ac:spMkLst>
            <pc:docMk/>
            <pc:sldMk cId="658047505" sldId="2147483261"/>
            <ac:spMk id="48" creationId="{530ED01E-5C5E-8EAA-A137-BC32378617E5}"/>
          </ac:spMkLst>
        </pc:spChg>
        <pc:spChg chg="mod">
          <ac:chgData name="Pasha, Sabia" userId="c9515be7-7b37-48b0-8f09-41a8d8176a06" providerId="ADAL" clId="{E9A20A95-56D3-4269-B156-6DC5F7D91E6D}" dt="2026-06-26T10:55:28.170" v="16" actId="13926"/>
          <ac:spMkLst>
            <pc:docMk/>
            <pc:sldMk cId="658047505" sldId="2147483261"/>
            <ac:spMk id="61" creationId="{D9D73D12-FF0B-BC56-E05F-A00714B269B1}"/>
          </ac:spMkLst>
        </pc:spChg>
        <pc:spChg chg="mod">
          <ac:chgData name="Pasha, Sabia" userId="c9515be7-7b37-48b0-8f09-41a8d8176a06" providerId="ADAL" clId="{E9A20A95-56D3-4269-B156-6DC5F7D91E6D}" dt="2026-06-26T10:55:28.170" v="16" actId="13926"/>
          <ac:spMkLst>
            <pc:docMk/>
            <pc:sldMk cId="658047505" sldId="2147483261"/>
            <ac:spMk id="63" creationId="{B9CF1B4C-4857-E268-290E-4C9ECC4BB449}"/>
          </ac:spMkLst>
        </pc:spChg>
        <pc:spChg chg="mod">
          <ac:chgData name="Pasha, Sabia" userId="c9515be7-7b37-48b0-8f09-41a8d8176a06" providerId="ADAL" clId="{E9A20A95-56D3-4269-B156-6DC5F7D91E6D}" dt="2026-06-26T10:55:28.170" v="16" actId="13926"/>
          <ac:spMkLst>
            <pc:docMk/>
            <pc:sldMk cId="658047505" sldId="2147483261"/>
            <ac:spMk id="64" creationId="{A878DEF6-C844-12D4-F3F7-FF7FA02A08F0}"/>
          </ac:spMkLst>
        </pc:spChg>
        <pc:spChg chg="mod">
          <ac:chgData name="Pasha, Sabia" userId="c9515be7-7b37-48b0-8f09-41a8d8176a06" providerId="ADAL" clId="{E9A20A95-56D3-4269-B156-6DC5F7D91E6D}" dt="2026-06-26T10:55:28.170" v="16" actId="13926"/>
          <ac:spMkLst>
            <pc:docMk/>
            <pc:sldMk cId="658047505" sldId="2147483261"/>
            <ac:spMk id="91" creationId="{84040DC1-5DFA-7895-6B6B-B68C53601EAA}"/>
          </ac:spMkLst>
        </pc:spChg>
        <pc:spChg chg="mod">
          <ac:chgData name="Pasha, Sabia" userId="c9515be7-7b37-48b0-8f09-41a8d8176a06" providerId="ADAL" clId="{E9A20A95-56D3-4269-B156-6DC5F7D91E6D}" dt="2026-06-26T10:55:28.170" v="16" actId="13926"/>
          <ac:spMkLst>
            <pc:docMk/>
            <pc:sldMk cId="658047505" sldId="2147483261"/>
            <ac:spMk id="96" creationId="{F2C32405-2C38-F4E0-CE35-07FE1B3C0772}"/>
          </ac:spMkLst>
        </pc:spChg>
        <pc:spChg chg="mod">
          <ac:chgData name="Pasha, Sabia" userId="c9515be7-7b37-48b0-8f09-41a8d8176a06" providerId="ADAL" clId="{E9A20A95-56D3-4269-B156-6DC5F7D91E6D}" dt="2026-06-26T10:55:35.419" v="18" actId="14100"/>
          <ac:spMkLst>
            <pc:docMk/>
            <pc:sldMk cId="658047505" sldId="2147483261"/>
            <ac:spMk id="109" creationId="{36380DA5-6F96-E721-C4C8-84AEB274B9D9}"/>
          </ac:spMkLst>
        </pc:spChg>
        <pc:spChg chg="mod">
          <ac:chgData name="Pasha, Sabia" userId="c9515be7-7b37-48b0-8f09-41a8d8176a06" providerId="ADAL" clId="{E9A20A95-56D3-4269-B156-6DC5F7D91E6D}" dt="2026-06-26T10:55:28.170" v="16" actId="13926"/>
          <ac:spMkLst>
            <pc:docMk/>
            <pc:sldMk cId="658047505" sldId="2147483261"/>
            <ac:spMk id="111" creationId="{EAA9999F-1F8D-1240-F77A-832D1A608256}"/>
          </ac:spMkLst>
        </pc:spChg>
        <pc:spChg chg="mod">
          <ac:chgData name="Pasha, Sabia" userId="c9515be7-7b37-48b0-8f09-41a8d8176a06" providerId="ADAL" clId="{E9A20A95-56D3-4269-B156-6DC5F7D91E6D}" dt="2026-06-26T10:55:28.170" v="16" actId="13926"/>
          <ac:spMkLst>
            <pc:docMk/>
            <pc:sldMk cId="658047505" sldId="2147483261"/>
            <ac:spMk id="112" creationId="{ABE926C8-0385-FF0D-85E9-CCE50AB43249}"/>
          </ac:spMkLst>
        </pc:spChg>
      </pc:sldChg>
      <pc:sldChg chg="modNotesTx">
        <pc:chgData name="Pasha, Sabia" userId="c9515be7-7b37-48b0-8f09-41a8d8176a06" providerId="ADAL" clId="{E9A20A95-56D3-4269-B156-6DC5F7D91E6D}" dt="2026-06-26T10:53:51.728" v="0" actId="13926"/>
        <pc:sldMkLst>
          <pc:docMk/>
          <pc:sldMk cId="3030210401" sldId="2147483466"/>
        </pc:sldMkLst>
      </pc:sldChg>
      <pc:sldChg chg="modSp mod modNotesTx">
        <pc:chgData name="Pasha, Sabia" userId="c9515be7-7b37-48b0-8f09-41a8d8176a06" providerId="ADAL" clId="{E9A20A95-56D3-4269-B156-6DC5F7D91E6D}" dt="2026-06-26T10:55:57.291" v="21" actId="13926"/>
        <pc:sldMkLst>
          <pc:docMk/>
          <pc:sldMk cId="2877058845" sldId="2147483469"/>
        </pc:sldMkLst>
        <pc:spChg chg="mod">
          <ac:chgData name="Pasha, Sabia" userId="c9515be7-7b37-48b0-8f09-41a8d8176a06" providerId="ADAL" clId="{E9A20A95-56D3-4269-B156-6DC5F7D91E6D}" dt="2026-06-26T10:55:57.291" v="21" actId="13926"/>
          <ac:spMkLst>
            <pc:docMk/>
            <pc:sldMk cId="2877058845" sldId="2147483469"/>
            <ac:spMk id="45" creationId="{6A42241C-D0C9-879E-EC20-F1835A9ACE9A}"/>
          </ac:spMkLst>
        </pc:spChg>
        <pc:spChg chg="mod">
          <ac:chgData name="Pasha, Sabia" userId="c9515be7-7b37-48b0-8f09-41a8d8176a06" providerId="ADAL" clId="{E9A20A95-56D3-4269-B156-6DC5F7D91E6D}" dt="2026-06-26T10:55:53.027" v="20" actId="13926"/>
          <ac:spMkLst>
            <pc:docMk/>
            <pc:sldMk cId="2877058845" sldId="2147483469"/>
            <ac:spMk id="49" creationId="{3581E294-E4CA-7008-630F-65492F96D743}"/>
          </ac:spMkLst>
        </pc:spChg>
        <pc:spChg chg="mod">
          <ac:chgData name="Pasha, Sabia" userId="c9515be7-7b37-48b0-8f09-41a8d8176a06" providerId="ADAL" clId="{E9A20A95-56D3-4269-B156-6DC5F7D91E6D}" dt="2026-06-26T10:55:53.027" v="20" actId="13926"/>
          <ac:spMkLst>
            <pc:docMk/>
            <pc:sldMk cId="2877058845" sldId="2147483469"/>
            <ac:spMk id="50" creationId="{1346FD63-29D8-BE91-02CD-2A45400C166E}"/>
          </ac:spMkLst>
        </pc:spChg>
        <pc:spChg chg="mod">
          <ac:chgData name="Pasha, Sabia" userId="c9515be7-7b37-48b0-8f09-41a8d8176a06" providerId="ADAL" clId="{E9A20A95-56D3-4269-B156-6DC5F7D91E6D}" dt="2026-06-26T10:55:53.027" v="20" actId="13926"/>
          <ac:spMkLst>
            <pc:docMk/>
            <pc:sldMk cId="2877058845" sldId="2147483469"/>
            <ac:spMk id="51" creationId="{4A1D0CE4-1425-E1F4-DC80-425AC6CF881F}"/>
          </ac:spMkLst>
        </pc:spChg>
        <pc:spChg chg="mod">
          <ac:chgData name="Pasha, Sabia" userId="c9515be7-7b37-48b0-8f09-41a8d8176a06" providerId="ADAL" clId="{E9A20A95-56D3-4269-B156-6DC5F7D91E6D}" dt="2026-06-26T10:55:53.027" v="20" actId="13926"/>
          <ac:spMkLst>
            <pc:docMk/>
            <pc:sldMk cId="2877058845" sldId="2147483469"/>
            <ac:spMk id="56" creationId="{A509F55B-AA25-E24C-2933-8E1C820E8916}"/>
          </ac:spMkLst>
        </pc:spChg>
        <pc:spChg chg="mod">
          <ac:chgData name="Pasha, Sabia" userId="c9515be7-7b37-48b0-8f09-41a8d8176a06" providerId="ADAL" clId="{E9A20A95-56D3-4269-B156-6DC5F7D91E6D}" dt="2026-06-26T10:55:53.027" v="20" actId="13926"/>
          <ac:spMkLst>
            <pc:docMk/>
            <pc:sldMk cId="2877058845" sldId="2147483469"/>
            <ac:spMk id="58" creationId="{CF37B424-0DAA-408D-2CDC-07D4F6C525A3}"/>
          </ac:spMkLst>
        </pc:spChg>
        <pc:spChg chg="mod">
          <ac:chgData name="Pasha, Sabia" userId="c9515be7-7b37-48b0-8f09-41a8d8176a06" providerId="ADAL" clId="{E9A20A95-56D3-4269-B156-6DC5F7D91E6D}" dt="2026-06-26T10:55:53.027" v="20" actId="13926"/>
          <ac:spMkLst>
            <pc:docMk/>
            <pc:sldMk cId="2877058845" sldId="2147483469"/>
            <ac:spMk id="59" creationId="{151793EB-F25B-FE1A-FBEF-7869C67EB144}"/>
          </ac:spMkLst>
        </pc:spChg>
        <pc:spChg chg="mod">
          <ac:chgData name="Pasha, Sabia" userId="c9515be7-7b37-48b0-8f09-41a8d8176a06" providerId="ADAL" clId="{E9A20A95-56D3-4269-B156-6DC5F7D91E6D}" dt="2026-06-26T10:55:53.027" v="20" actId="13926"/>
          <ac:spMkLst>
            <pc:docMk/>
            <pc:sldMk cId="2877058845" sldId="2147483469"/>
            <ac:spMk id="60" creationId="{80D67767-7C5B-F5EF-4507-4760D0AE38E5}"/>
          </ac:spMkLst>
        </pc:spChg>
        <pc:spChg chg="mod">
          <ac:chgData name="Pasha, Sabia" userId="c9515be7-7b37-48b0-8f09-41a8d8176a06" providerId="ADAL" clId="{E9A20A95-56D3-4269-B156-6DC5F7D91E6D}" dt="2026-06-26T10:55:53.027" v="20" actId="13926"/>
          <ac:spMkLst>
            <pc:docMk/>
            <pc:sldMk cId="2877058845" sldId="2147483469"/>
            <ac:spMk id="62" creationId="{F44A32AD-D605-3F22-4C4C-4ED2F74BADE6}"/>
          </ac:spMkLst>
        </pc:spChg>
        <pc:spChg chg="mod">
          <ac:chgData name="Pasha, Sabia" userId="c9515be7-7b37-48b0-8f09-41a8d8176a06" providerId="ADAL" clId="{E9A20A95-56D3-4269-B156-6DC5F7D91E6D}" dt="2026-06-26T10:55:53.027" v="20" actId="13926"/>
          <ac:spMkLst>
            <pc:docMk/>
            <pc:sldMk cId="2877058845" sldId="2147483469"/>
            <ac:spMk id="77" creationId="{500ABEAE-A5CE-FCB1-2443-387D134DADCE}"/>
          </ac:spMkLst>
        </pc:spChg>
        <pc:spChg chg="mod">
          <ac:chgData name="Pasha, Sabia" userId="c9515be7-7b37-48b0-8f09-41a8d8176a06" providerId="ADAL" clId="{E9A20A95-56D3-4269-B156-6DC5F7D91E6D}" dt="2026-06-26T10:55:53.027" v="20" actId="13926"/>
          <ac:spMkLst>
            <pc:docMk/>
            <pc:sldMk cId="2877058845" sldId="2147483469"/>
            <ac:spMk id="78" creationId="{F7AB194C-9C96-9AC3-6606-3846ACD16427}"/>
          </ac:spMkLst>
        </pc:spChg>
      </pc:sldChg>
      <pc:sldChg chg="modSp mod">
        <pc:chgData name="Pasha, Sabia" userId="c9515be7-7b37-48b0-8f09-41a8d8176a06" providerId="ADAL" clId="{E9A20A95-56D3-4269-B156-6DC5F7D91E6D}" dt="2026-06-26T10:58:26.742" v="104" actId="13926"/>
        <pc:sldMkLst>
          <pc:docMk/>
          <pc:sldMk cId="610901662" sldId="2147483477"/>
        </pc:sldMkLst>
        <pc:spChg chg="mod">
          <ac:chgData name="Pasha, Sabia" userId="c9515be7-7b37-48b0-8f09-41a8d8176a06" providerId="ADAL" clId="{E9A20A95-56D3-4269-B156-6DC5F7D91E6D}" dt="2026-06-26T10:58:26.742" v="104" actId="13926"/>
          <ac:spMkLst>
            <pc:docMk/>
            <pc:sldMk cId="610901662" sldId="2147483477"/>
            <ac:spMk id="2" creationId="{89142B85-0282-5811-F9EE-94AE7245E564}"/>
          </ac:spMkLst>
        </pc:spChg>
        <pc:spChg chg="mod">
          <ac:chgData name="Pasha, Sabia" userId="c9515be7-7b37-48b0-8f09-41a8d8176a06" providerId="ADAL" clId="{E9A20A95-56D3-4269-B156-6DC5F7D91E6D}" dt="2026-06-26T10:58:26.742" v="104" actId="13926"/>
          <ac:spMkLst>
            <pc:docMk/>
            <pc:sldMk cId="610901662" sldId="2147483477"/>
            <ac:spMk id="6" creationId="{DEF1634E-30F1-5A0D-18AE-7C9C42E08AEA}"/>
          </ac:spMkLst>
        </pc:spChg>
        <pc:spChg chg="mod">
          <ac:chgData name="Pasha, Sabia" userId="c9515be7-7b37-48b0-8f09-41a8d8176a06" providerId="ADAL" clId="{E9A20A95-56D3-4269-B156-6DC5F7D91E6D}" dt="2026-06-26T10:58:26.742" v="104" actId="13926"/>
          <ac:spMkLst>
            <pc:docMk/>
            <pc:sldMk cId="610901662" sldId="2147483477"/>
            <ac:spMk id="7" creationId="{AADC96AB-D2CF-21C0-6D91-8EFDBFAC39EF}"/>
          </ac:spMkLst>
        </pc:spChg>
        <pc:spChg chg="mod">
          <ac:chgData name="Pasha, Sabia" userId="c9515be7-7b37-48b0-8f09-41a8d8176a06" providerId="ADAL" clId="{E9A20A95-56D3-4269-B156-6DC5F7D91E6D}" dt="2026-06-26T10:58:26.742" v="104" actId="13926"/>
          <ac:spMkLst>
            <pc:docMk/>
            <pc:sldMk cId="610901662" sldId="2147483477"/>
            <ac:spMk id="9" creationId="{CE6F008A-B1D6-7555-3587-60846857D827}"/>
          </ac:spMkLst>
        </pc:spChg>
        <pc:spChg chg="mod">
          <ac:chgData name="Pasha, Sabia" userId="c9515be7-7b37-48b0-8f09-41a8d8176a06" providerId="ADAL" clId="{E9A20A95-56D3-4269-B156-6DC5F7D91E6D}" dt="2026-06-26T10:58:26.742" v="104" actId="13926"/>
          <ac:spMkLst>
            <pc:docMk/>
            <pc:sldMk cId="610901662" sldId="2147483477"/>
            <ac:spMk id="10" creationId="{E5687859-AED3-7C43-9920-A5DEB8616131}"/>
          </ac:spMkLst>
        </pc:spChg>
        <pc:spChg chg="mod">
          <ac:chgData name="Pasha, Sabia" userId="c9515be7-7b37-48b0-8f09-41a8d8176a06" providerId="ADAL" clId="{E9A20A95-56D3-4269-B156-6DC5F7D91E6D}" dt="2026-06-26T10:58:26.742" v="104" actId="13926"/>
          <ac:spMkLst>
            <pc:docMk/>
            <pc:sldMk cId="610901662" sldId="2147483477"/>
            <ac:spMk id="12" creationId="{5A08CADA-CEA2-0813-7897-2DDE13B1B3AE}"/>
          </ac:spMkLst>
        </pc:spChg>
        <pc:spChg chg="mod">
          <ac:chgData name="Pasha, Sabia" userId="c9515be7-7b37-48b0-8f09-41a8d8176a06" providerId="ADAL" clId="{E9A20A95-56D3-4269-B156-6DC5F7D91E6D}" dt="2026-06-26T10:58:26.742" v="104" actId="13926"/>
          <ac:spMkLst>
            <pc:docMk/>
            <pc:sldMk cId="610901662" sldId="2147483477"/>
            <ac:spMk id="13" creationId="{3DC7721C-4EC0-D366-05CA-65248961F115}"/>
          </ac:spMkLst>
        </pc:spChg>
      </pc:sldChg>
      <pc:sldChg chg="modSp mod modNotesTx">
        <pc:chgData name="Pasha, Sabia" userId="c9515be7-7b37-48b0-8f09-41a8d8176a06" providerId="ADAL" clId="{E9A20A95-56D3-4269-B156-6DC5F7D91E6D}" dt="2026-06-26T10:57:24.189" v="81" actId="13926"/>
        <pc:sldMkLst>
          <pc:docMk/>
          <pc:sldMk cId="2184343916" sldId="2147483479"/>
        </pc:sldMkLst>
        <pc:spChg chg="mod">
          <ac:chgData name="Pasha, Sabia" userId="c9515be7-7b37-48b0-8f09-41a8d8176a06" providerId="ADAL" clId="{E9A20A95-56D3-4269-B156-6DC5F7D91E6D}" dt="2026-06-26T10:57:24.189" v="81" actId="13926"/>
          <ac:spMkLst>
            <pc:docMk/>
            <pc:sldMk cId="2184343916" sldId="2147483479"/>
            <ac:spMk id="22" creationId="{954F67D0-7D51-ECB8-1892-07D411DC3152}"/>
          </ac:spMkLst>
        </pc:spChg>
        <pc:spChg chg="mod">
          <ac:chgData name="Pasha, Sabia" userId="c9515be7-7b37-48b0-8f09-41a8d8176a06" providerId="ADAL" clId="{E9A20A95-56D3-4269-B156-6DC5F7D91E6D}" dt="2026-06-26T10:57:24.189" v="81" actId="13926"/>
          <ac:spMkLst>
            <pc:docMk/>
            <pc:sldMk cId="2184343916" sldId="2147483479"/>
            <ac:spMk id="24" creationId="{532757D8-6BAB-3873-304E-FF244A1FB09E}"/>
          </ac:spMkLst>
        </pc:spChg>
        <pc:spChg chg="mod">
          <ac:chgData name="Pasha, Sabia" userId="c9515be7-7b37-48b0-8f09-41a8d8176a06" providerId="ADAL" clId="{E9A20A95-56D3-4269-B156-6DC5F7D91E6D}" dt="2026-06-26T10:57:24.189" v="81" actId="13926"/>
          <ac:spMkLst>
            <pc:docMk/>
            <pc:sldMk cId="2184343916" sldId="2147483479"/>
            <ac:spMk id="25" creationId="{1B257999-C5D9-42E1-D4CE-7F63F4F34B10}"/>
          </ac:spMkLst>
        </pc:spChg>
        <pc:spChg chg="mod">
          <ac:chgData name="Pasha, Sabia" userId="c9515be7-7b37-48b0-8f09-41a8d8176a06" providerId="ADAL" clId="{E9A20A95-56D3-4269-B156-6DC5F7D91E6D}" dt="2026-06-26T10:57:24.189" v="81" actId="13926"/>
          <ac:spMkLst>
            <pc:docMk/>
            <pc:sldMk cId="2184343916" sldId="2147483479"/>
            <ac:spMk id="27" creationId="{F71DD7C8-1F7B-5BEC-BD78-B1E53C7418C7}"/>
          </ac:spMkLst>
        </pc:spChg>
        <pc:spChg chg="mod">
          <ac:chgData name="Pasha, Sabia" userId="c9515be7-7b37-48b0-8f09-41a8d8176a06" providerId="ADAL" clId="{E9A20A95-56D3-4269-B156-6DC5F7D91E6D}" dt="2026-06-26T10:57:24.189" v="81" actId="13926"/>
          <ac:spMkLst>
            <pc:docMk/>
            <pc:sldMk cId="2184343916" sldId="2147483479"/>
            <ac:spMk id="28" creationId="{9F89B3EB-0A5B-2F48-11CE-810E16A48270}"/>
          </ac:spMkLst>
        </pc:spChg>
        <pc:spChg chg="mod">
          <ac:chgData name="Pasha, Sabia" userId="c9515be7-7b37-48b0-8f09-41a8d8176a06" providerId="ADAL" clId="{E9A20A95-56D3-4269-B156-6DC5F7D91E6D}" dt="2026-06-26T10:57:24.189" v="81" actId="13926"/>
          <ac:spMkLst>
            <pc:docMk/>
            <pc:sldMk cId="2184343916" sldId="2147483479"/>
            <ac:spMk id="31" creationId="{62B03739-AD94-CAD2-B8E0-30E034FA3270}"/>
          </ac:spMkLst>
        </pc:spChg>
        <pc:spChg chg="mod">
          <ac:chgData name="Pasha, Sabia" userId="c9515be7-7b37-48b0-8f09-41a8d8176a06" providerId="ADAL" clId="{E9A20A95-56D3-4269-B156-6DC5F7D91E6D}" dt="2026-06-26T10:57:24.189" v="81" actId="13926"/>
          <ac:spMkLst>
            <pc:docMk/>
            <pc:sldMk cId="2184343916" sldId="2147483479"/>
            <ac:spMk id="34" creationId="{210EDDF8-1055-6D85-A257-50503A63070B}"/>
          </ac:spMkLst>
        </pc:spChg>
        <pc:spChg chg="mod">
          <ac:chgData name="Pasha, Sabia" userId="c9515be7-7b37-48b0-8f09-41a8d8176a06" providerId="ADAL" clId="{E9A20A95-56D3-4269-B156-6DC5F7D91E6D}" dt="2026-06-26T10:57:24.189" v="81" actId="13926"/>
          <ac:spMkLst>
            <pc:docMk/>
            <pc:sldMk cId="2184343916" sldId="2147483479"/>
            <ac:spMk id="35" creationId="{F2B3DD22-7E91-3438-8DEE-A4782868C427}"/>
          </ac:spMkLst>
        </pc:spChg>
        <pc:spChg chg="mod">
          <ac:chgData name="Pasha, Sabia" userId="c9515be7-7b37-48b0-8f09-41a8d8176a06" providerId="ADAL" clId="{E9A20A95-56D3-4269-B156-6DC5F7D91E6D}" dt="2026-06-26T10:57:24.189" v="81" actId="13926"/>
          <ac:spMkLst>
            <pc:docMk/>
            <pc:sldMk cId="2184343916" sldId="2147483479"/>
            <ac:spMk id="36" creationId="{28BD8094-0B7E-2D6E-0960-43293EBEAC3C}"/>
          </ac:spMkLst>
        </pc:spChg>
        <pc:spChg chg="mod">
          <ac:chgData name="Pasha, Sabia" userId="c9515be7-7b37-48b0-8f09-41a8d8176a06" providerId="ADAL" clId="{E9A20A95-56D3-4269-B156-6DC5F7D91E6D}" dt="2026-06-26T10:57:24.189" v="81" actId="13926"/>
          <ac:spMkLst>
            <pc:docMk/>
            <pc:sldMk cId="2184343916" sldId="2147483479"/>
            <ac:spMk id="37" creationId="{D9D66E7A-8C2D-A2D0-5B3B-A819B651BF71}"/>
          </ac:spMkLst>
        </pc:spChg>
      </pc:sldChg>
      <pc:sldChg chg="modSp mod modNotesTx">
        <pc:chgData name="Pasha, Sabia" userId="c9515be7-7b37-48b0-8f09-41a8d8176a06" providerId="ADAL" clId="{E9A20A95-56D3-4269-B156-6DC5F7D91E6D}" dt="2026-06-26T10:57:14.872" v="80" actId="1038"/>
        <pc:sldMkLst>
          <pc:docMk/>
          <pc:sldMk cId="1957777555" sldId="2147483480"/>
        </pc:sldMkLst>
        <pc:spChg chg="mod">
          <ac:chgData name="Pasha, Sabia" userId="c9515be7-7b37-48b0-8f09-41a8d8176a06" providerId="ADAL" clId="{E9A20A95-56D3-4269-B156-6DC5F7D91E6D}" dt="2026-06-26T10:56:03.028" v="22" actId="13926"/>
          <ac:spMkLst>
            <pc:docMk/>
            <pc:sldMk cId="1957777555" sldId="2147483480"/>
            <ac:spMk id="49" creationId="{7C7318BF-A28D-3E87-E4A4-30E29FC8F93C}"/>
          </ac:spMkLst>
        </pc:spChg>
        <pc:spChg chg="mod">
          <ac:chgData name="Pasha, Sabia" userId="c9515be7-7b37-48b0-8f09-41a8d8176a06" providerId="ADAL" clId="{E9A20A95-56D3-4269-B156-6DC5F7D91E6D}" dt="2026-06-26T10:56:03.028" v="22" actId="13926"/>
          <ac:spMkLst>
            <pc:docMk/>
            <pc:sldMk cId="1957777555" sldId="2147483480"/>
            <ac:spMk id="84" creationId="{C732CD3B-04AA-D436-8A2F-C3A080142F68}"/>
          </ac:spMkLst>
        </pc:spChg>
        <pc:spChg chg="mod">
          <ac:chgData name="Pasha, Sabia" userId="c9515be7-7b37-48b0-8f09-41a8d8176a06" providerId="ADAL" clId="{E9A20A95-56D3-4269-B156-6DC5F7D91E6D}" dt="2026-06-26T10:57:00.276" v="78" actId="404"/>
          <ac:spMkLst>
            <pc:docMk/>
            <pc:sldMk cId="1957777555" sldId="2147483480"/>
            <ac:spMk id="85" creationId="{BCFA143B-E547-9A05-4EAD-2DB7C14CA2D6}"/>
          </ac:spMkLst>
        </pc:spChg>
        <pc:spChg chg="mod">
          <ac:chgData name="Pasha, Sabia" userId="c9515be7-7b37-48b0-8f09-41a8d8176a06" providerId="ADAL" clId="{E9A20A95-56D3-4269-B156-6DC5F7D91E6D}" dt="2026-06-26T10:57:12.184" v="79" actId="14100"/>
          <ac:spMkLst>
            <pc:docMk/>
            <pc:sldMk cId="1957777555" sldId="2147483480"/>
            <ac:spMk id="137" creationId="{90E78FC2-669C-7018-0E03-7E0E0E15E12F}"/>
          </ac:spMkLst>
        </pc:spChg>
        <pc:spChg chg="mod">
          <ac:chgData name="Pasha, Sabia" userId="c9515be7-7b37-48b0-8f09-41a8d8176a06" providerId="ADAL" clId="{E9A20A95-56D3-4269-B156-6DC5F7D91E6D}" dt="2026-06-26T10:57:14.872" v="80" actId="1038"/>
          <ac:spMkLst>
            <pc:docMk/>
            <pc:sldMk cId="1957777555" sldId="2147483480"/>
            <ac:spMk id="138" creationId="{C749B8AF-2D5B-F478-DF9A-61CE5407828A}"/>
          </ac:spMkLst>
        </pc:spChg>
        <pc:spChg chg="mod">
          <ac:chgData name="Pasha, Sabia" userId="c9515be7-7b37-48b0-8f09-41a8d8176a06" providerId="ADAL" clId="{E9A20A95-56D3-4269-B156-6DC5F7D91E6D}" dt="2026-06-26T10:56:39.772" v="54" actId="1038"/>
          <ac:spMkLst>
            <pc:docMk/>
            <pc:sldMk cId="1957777555" sldId="2147483480"/>
            <ac:spMk id="139" creationId="{6D4C07B0-41FB-AB82-ED26-91046306F55D}"/>
          </ac:spMkLst>
        </pc:spChg>
        <pc:spChg chg="mod">
          <ac:chgData name="Pasha, Sabia" userId="c9515be7-7b37-48b0-8f09-41a8d8176a06" providerId="ADAL" clId="{E9A20A95-56D3-4269-B156-6DC5F7D91E6D}" dt="2026-06-26T10:56:53.332" v="77" actId="1038"/>
          <ac:spMkLst>
            <pc:docMk/>
            <pc:sldMk cId="1957777555" sldId="2147483480"/>
            <ac:spMk id="140" creationId="{F99AAEF2-3B1A-4D94-7B85-351A4DDE9657}"/>
          </ac:spMkLst>
        </pc:spChg>
        <pc:spChg chg="mod">
          <ac:chgData name="Pasha, Sabia" userId="c9515be7-7b37-48b0-8f09-41a8d8176a06" providerId="ADAL" clId="{E9A20A95-56D3-4269-B156-6DC5F7D91E6D}" dt="2026-06-26T10:56:03.028" v="22" actId="13926"/>
          <ac:spMkLst>
            <pc:docMk/>
            <pc:sldMk cId="1957777555" sldId="2147483480"/>
            <ac:spMk id="142" creationId="{4CCFBC4E-1240-0C52-443B-1231056FCD93}"/>
          </ac:spMkLst>
        </pc:spChg>
        <pc:spChg chg="mod">
          <ac:chgData name="Pasha, Sabia" userId="c9515be7-7b37-48b0-8f09-41a8d8176a06" providerId="ADAL" clId="{E9A20A95-56D3-4269-B156-6DC5F7D91E6D}" dt="2026-06-26T10:57:14.872" v="80" actId="1038"/>
          <ac:spMkLst>
            <pc:docMk/>
            <pc:sldMk cId="1957777555" sldId="2147483480"/>
            <ac:spMk id="144" creationId="{EDB191A3-B72F-D74F-2E30-1E98860AF92D}"/>
          </ac:spMkLst>
        </pc:spChg>
        <pc:spChg chg="mod">
          <ac:chgData name="Pasha, Sabia" userId="c9515be7-7b37-48b0-8f09-41a8d8176a06" providerId="ADAL" clId="{E9A20A95-56D3-4269-B156-6DC5F7D91E6D}" dt="2026-06-26T10:56:39.772" v="54" actId="1038"/>
          <ac:spMkLst>
            <pc:docMk/>
            <pc:sldMk cId="1957777555" sldId="2147483480"/>
            <ac:spMk id="145" creationId="{D57EA278-7D10-CEC5-C040-3DF304A070D8}"/>
          </ac:spMkLst>
        </pc:spChg>
        <pc:spChg chg="mod">
          <ac:chgData name="Pasha, Sabia" userId="c9515be7-7b37-48b0-8f09-41a8d8176a06" providerId="ADAL" clId="{E9A20A95-56D3-4269-B156-6DC5F7D91E6D}" dt="2026-06-26T10:56:53.332" v="77" actId="1038"/>
          <ac:spMkLst>
            <pc:docMk/>
            <pc:sldMk cId="1957777555" sldId="2147483480"/>
            <ac:spMk id="146" creationId="{2926C362-9ABA-7418-6711-86160C824253}"/>
          </ac:spMkLst>
        </pc:spChg>
        <pc:spChg chg="mod">
          <ac:chgData name="Pasha, Sabia" userId="c9515be7-7b37-48b0-8f09-41a8d8176a06" providerId="ADAL" clId="{E9A20A95-56D3-4269-B156-6DC5F7D91E6D}" dt="2026-06-26T10:56:03.028" v="22" actId="13926"/>
          <ac:spMkLst>
            <pc:docMk/>
            <pc:sldMk cId="1957777555" sldId="2147483480"/>
            <ac:spMk id="156" creationId="{AEC87168-9305-48A6-F24B-9C79D9F9C6E4}"/>
          </ac:spMkLst>
        </pc:spChg>
        <pc:spChg chg="mod">
          <ac:chgData name="Pasha, Sabia" userId="c9515be7-7b37-48b0-8f09-41a8d8176a06" providerId="ADAL" clId="{E9A20A95-56D3-4269-B156-6DC5F7D91E6D}" dt="2026-06-26T10:56:03.028" v="22" actId="13926"/>
          <ac:spMkLst>
            <pc:docMk/>
            <pc:sldMk cId="1957777555" sldId="2147483480"/>
            <ac:spMk id="177" creationId="{905B269C-67A4-097A-8106-DBADC0E057F9}"/>
          </ac:spMkLst>
        </pc:spChg>
        <pc:spChg chg="mod">
          <ac:chgData name="Pasha, Sabia" userId="c9515be7-7b37-48b0-8f09-41a8d8176a06" providerId="ADAL" clId="{E9A20A95-56D3-4269-B156-6DC5F7D91E6D}" dt="2026-06-26T10:56:03.028" v="22" actId="13926"/>
          <ac:spMkLst>
            <pc:docMk/>
            <pc:sldMk cId="1957777555" sldId="2147483480"/>
            <ac:spMk id="179" creationId="{84215E60-64EB-C929-0D47-57A2F8D99D8D}"/>
          </ac:spMkLst>
        </pc:spChg>
        <pc:spChg chg="mod">
          <ac:chgData name="Pasha, Sabia" userId="c9515be7-7b37-48b0-8f09-41a8d8176a06" providerId="ADAL" clId="{E9A20A95-56D3-4269-B156-6DC5F7D91E6D}" dt="2026-06-26T10:56:03.028" v="22" actId="13926"/>
          <ac:spMkLst>
            <pc:docMk/>
            <pc:sldMk cId="1957777555" sldId="2147483480"/>
            <ac:spMk id="180" creationId="{EDD0B3C7-9B03-A372-DAB0-68D88DB6C457}"/>
          </ac:spMkLst>
        </pc:spChg>
        <pc:spChg chg="mod">
          <ac:chgData name="Pasha, Sabia" userId="c9515be7-7b37-48b0-8f09-41a8d8176a06" providerId="ADAL" clId="{E9A20A95-56D3-4269-B156-6DC5F7D91E6D}" dt="2026-06-26T10:56:03.028" v="22" actId="13926"/>
          <ac:spMkLst>
            <pc:docMk/>
            <pc:sldMk cId="1957777555" sldId="2147483480"/>
            <ac:spMk id="181" creationId="{2AAA73E0-08F9-83ED-5BEF-9050612D83F6}"/>
          </ac:spMkLst>
        </pc:spChg>
      </pc:sldChg>
      <pc:sldChg chg="modSp mod">
        <pc:chgData name="Pasha, Sabia" userId="c9515be7-7b37-48b0-8f09-41a8d8176a06" providerId="ADAL" clId="{E9A20A95-56D3-4269-B156-6DC5F7D91E6D}" dt="2026-06-26T10:55:21.495" v="15" actId="13926"/>
        <pc:sldMkLst>
          <pc:docMk/>
          <pc:sldMk cId="1492726255" sldId="2147483481"/>
        </pc:sldMkLst>
        <pc:spChg chg="mod">
          <ac:chgData name="Pasha, Sabia" userId="c9515be7-7b37-48b0-8f09-41a8d8176a06" providerId="ADAL" clId="{E9A20A95-56D3-4269-B156-6DC5F7D91E6D}" dt="2026-06-26T10:55:21.495" v="15" actId="13926"/>
          <ac:spMkLst>
            <pc:docMk/>
            <pc:sldMk cId="1492726255" sldId="2147483481"/>
            <ac:spMk id="43" creationId="{121837F9-0654-8E74-3D75-EA9B4261292C}"/>
          </ac:spMkLst>
        </pc:spChg>
        <pc:spChg chg="mod">
          <ac:chgData name="Pasha, Sabia" userId="c9515be7-7b37-48b0-8f09-41a8d8176a06" providerId="ADAL" clId="{E9A20A95-56D3-4269-B156-6DC5F7D91E6D}" dt="2026-06-26T10:55:21.495" v="15" actId="13926"/>
          <ac:spMkLst>
            <pc:docMk/>
            <pc:sldMk cId="1492726255" sldId="2147483481"/>
            <ac:spMk id="44" creationId="{8E350099-666B-17AC-2189-93242F99662F}"/>
          </ac:spMkLst>
        </pc:spChg>
        <pc:spChg chg="mod">
          <ac:chgData name="Pasha, Sabia" userId="c9515be7-7b37-48b0-8f09-41a8d8176a06" providerId="ADAL" clId="{E9A20A95-56D3-4269-B156-6DC5F7D91E6D}" dt="2026-06-26T10:55:21.495" v="15" actId="13926"/>
          <ac:spMkLst>
            <pc:docMk/>
            <pc:sldMk cId="1492726255" sldId="2147483481"/>
            <ac:spMk id="45" creationId="{D9280FD4-CBF2-91BB-5E29-1A16EE02386E}"/>
          </ac:spMkLst>
        </pc:spChg>
        <pc:spChg chg="mod">
          <ac:chgData name="Pasha, Sabia" userId="c9515be7-7b37-48b0-8f09-41a8d8176a06" providerId="ADAL" clId="{E9A20A95-56D3-4269-B156-6DC5F7D91E6D}" dt="2026-06-26T10:55:21.495" v="15" actId="13926"/>
          <ac:spMkLst>
            <pc:docMk/>
            <pc:sldMk cId="1492726255" sldId="2147483481"/>
            <ac:spMk id="61" creationId="{83E6E846-0B09-E05D-0B67-F4AE59A23721}"/>
          </ac:spMkLst>
        </pc:spChg>
        <pc:spChg chg="mod">
          <ac:chgData name="Pasha, Sabia" userId="c9515be7-7b37-48b0-8f09-41a8d8176a06" providerId="ADAL" clId="{E9A20A95-56D3-4269-B156-6DC5F7D91E6D}" dt="2026-06-26T10:55:21.495" v="15" actId="13926"/>
          <ac:spMkLst>
            <pc:docMk/>
            <pc:sldMk cId="1492726255" sldId="2147483481"/>
            <ac:spMk id="62" creationId="{B4404BCD-D27C-05AA-0D9C-88AE7CB73708}"/>
          </ac:spMkLst>
        </pc:spChg>
      </pc:sldChg>
      <pc:sldChg chg="modSp mod">
        <pc:chgData name="Pasha, Sabia" userId="c9515be7-7b37-48b0-8f09-41a8d8176a06" providerId="ADAL" clId="{E9A20A95-56D3-4269-B156-6DC5F7D91E6D}" dt="2026-06-26T10:55:16.437" v="14" actId="13926"/>
        <pc:sldMkLst>
          <pc:docMk/>
          <pc:sldMk cId="1710152176" sldId="2147483482"/>
        </pc:sldMkLst>
        <pc:spChg chg="mod">
          <ac:chgData name="Pasha, Sabia" userId="c9515be7-7b37-48b0-8f09-41a8d8176a06" providerId="ADAL" clId="{E9A20A95-56D3-4269-B156-6DC5F7D91E6D}" dt="2026-06-26T10:55:16.437" v="14" actId="13926"/>
          <ac:spMkLst>
            <pc:docMk/>
            <pc:sldMk cId="1710152176" sldId="2147483482"/>
            <ac:spMk id="2" creationId="{37162258-B426-9945-EC9B-FDBF1279D9D4}"/>
          </ac:spMkLst>
        </pc:spChg>
        <pc:spChg chg="mod">
          <ac:chgData name="Pasha, Sabia" userId="c9515be7-7b37-48b0-8f09-41a8d8176a06" providerId="ADAL" clId="{E9A20A95-56D3-4269-B156-6DC5F7D91E6D}" dt="2026-06-26T10:55:16.437" v="14" actId="13926"/>
          <ac:spMkLst>
            <pc:docMk/>
            <pc:sldMk cId="1710152176" sldId="2147483482"/>
            <ac:spMk id="9" creationId="{81B1957C-AC09-6DC6-3878-0EE5B28AE7CF}"/>
          </ac:spMkLst>
        </pc:spChg>
      </pc:sldChg>
      <pc:sldChg chg="modSp mod modNotesTx">
        <pc:chgData name="Pasha, Sabia" userId="c9515be7-7b37-48b0-8f09-41a8d8176a06" providerId="ADAL" clId="{E9A20A95-56D3-4269-B156-6DC5F7D91E6D}" dt="2026-06-26T10:55:10.157" v="13" actId="13926"/>
        <pc:sldMkLst>
          <pc:docMk/>
          <pc:sldMk cId="712378365" sldId="2147483483"/>
        </pc:sldMkLst>
        <pc:spChg chg="mod">
          <ac:chgData name="Pasha, Sabia" userId="c9515be7-7b37-48b0-8f09-41a8d8176a06" providerId="ADAL" clId="{E9A20A95-56D3-4269-B156-6DC5F7D91E6D}" dt="2026-06-26T10:55:10.157" v="13" actId="13926"/>
          <ac:spMkLst>
            <pc:docMk/>
            <pc:sldMk cId="712378365" sldId="2147483483"/>
            <ac:spMk id="76" creationId="{8AF34142-D3B5-4F06-F87F-56B6CEDD3F8B}"/>
          </ac:spMkLst>
        </pc:spChg>
        <pc:spChg chg="mod">
          <ac:chgData name="Pasha, Sabia" userId="c9515be7-7b37-48b0-8f09-41a8d8176a06" providerId="ADAL" clId="{E9A20A95-56D3-4269-B156-6DC5F7D91E6D}" dt="2026-06-26T10:55:10.157" v="13" actId="13926"/>
          <ac:spMkLst>
            <pc:docMk/>
            <pc:sldMk cId="712378365" sldId="2147483483"/>
            <ac:spMk id="91" creationId="{3694B803-A9D5-9F37-4EB1-90C2B6FB7B53}"/>
          </ac:spMkLst>
        </pc:spChg>
        <pc:spChg chg="mod">
          <ac:chgData name="Pasha, Sabia" userId="c9515be7-7b37-48b0-8f09-41a8d8176a06" providerId="ADAL" clId="{E9A20A95-56D3-4269-B156-6DC5F7D91E6D}" dt="2026-06-26T10:55:10.157" v="13" actId="13926"/>
          <ac:spMkLst>
            <pc:docMk/>
            <pc:sldMk cId="712378365" sldId="2147483483"/>
            <ac:spMk id="104" creationId="{62BC5405-469E-17FD-62B6-2065AA727C85}"/>
          </ac:spMkLst>
        </pc:spChg>
        <pc:spChg chg="mod">
          <ac:chgData name="Pasha, Sabia" userId="c9515be7-7b37-48b0-8f09-41a8d8176a06" providerId="ADAL" clId="{E9A20A95-56D3-4269-B156-6DC5F7D91E6D}" dt="2026-06-26T10:55:10.157" v="13" actId="13926"/>
          <ac:spMkLst>
            <pc:docMk/>
            <pc:sldMk cId="712378365" sldId="2147483483"/>
            <ac:spMk id="118" creationId="{5C6D72BB-7671-D390-80A5-D349328620A9}"/>
          </ac:spMkLst>
        </pc:spChg>
        <pc:spChg chg="mod">
          <ac:chgData name="Pasha, Sabia" userId="c9515be7-7b37-48b0-8f09-41a8d8176a06" providerId="ADAL" clId="{E9A20A95-56D3-4269-B156-6DC5F7D91E6D}" dt="2026-06-26T10:55:10.157" v="13" actId="13926"/>
          <ac:spMkLst>
            <pc:docMk/>
            <pc:sldMk cId="712378365" sldId="2147483483"/>
            <ac:spMk id="119" creationId="{C7EA53D3-78A3-62AD-26FE-95BD330CD2D6}"/>
          </ac:spMkLst>
        </pc:spChg>
        <pc:spChg chg="mod">
          <ac:chgData name="Pasha, Sabia" userId="c9515be7-7b37-48b0-8f09-41a8d8176a06" providerId="ADAL" clId="{E9A20A95-56D3-4269-B156-6DC5F7D91E6D}" dt="2026-06-26T10:55:10.157" v="13" actId="13926"/>
          <ac:spMkLst>
            <pc:docMk/>
            <pc:sldMk cId="712378365" sldId="2147483483"/>
            <ac:spMk id="120" creationId="{9CBB8707-6048-BB37-0754-8490A1FA7E41}"/>
          </ac:spMkLst>
        </pc:spChg>
        <pc:spChg chg="mod">
          <ac:chgData name="Pasha, Sabia" userId="c9515be7-7b37-48b0-8f09-41a8d8176a06" providerId="ADAL" clId="{E9A20A95-56D3-4269-B156-6DC5F7D91E6D}" dt="2026-06-26T10:55:10.157" v="13" actId="13926"/>
          <ac:spMkLst>
            <pc:docMk/>
            <pc:sldMk cId="712378365" sldId="2147483483"/>
            <ac:spMk id="121" creationId="{7FD28147-5D9B-5070-C9DC-0DCE0D610526}"/>
          </ac:spMkLst>
        </pc:spChg>
        <pc:spChg chg="mod">
          <ac:chgData name="Pasha, Sabia" userId="c9515be7-7b37-48b0-8f09-41a8d8176a06" providerId="ADAL" clId="{E9A20A95-56D3-4269-B156-6DC5F7D91E6D}" dt="2026-06-26T10:55:10.157" v="13" actId="13926"/>
          <ac:spMkLst>
            <pc:docMk/>
            <pc:sldMk cId="712378365" sldId="2147483483"/>
            <ac:spMk id="131" creationId="{FBB31CC2-D207-960F-0108-E74FE512B858}"/>
          </ac:spMkLst>
        </pc:spChg>
        <pc:spChg chg="mod">
          <ac:chgData name="Pasha, Sabia" userId="c9515be7-7b37-48b0-8f09-41a8d8176a06" providerId="ADAL" clId="{E9A20A95-56D3-4269-B156-6DC5F7D91E6D}" dt="2026-06-26T10:55:10.157" v="13" actId="13926"/>
          <ac:spMkLst>
            <pc:docMk/>
            <pc:sldMk cId="712378365" sldId="2147483483"/>
            <ac:spMk id="135" creationId="{19AD58DF-2005-AD12-93B9-AE94396DCD49}"/>
          </ac:spMkLst>
        </pc:spChg>
        <pc:spChg chg="mod">
          <ac:chgData name="Pasha, Sabia" userId="c9515be7-7b37-48b0-8f09-41a8d8176a06" providerId="ADAL" clId="{E9A20A95-56D3-4269-B156-6DC5F7D91E6D}" dt="2026-06-26T10:55:10.157" v="13" actId="13926"/>
          <ac:spMkLst>
            <pc:docMk/>
            <pc:sldMk cId="712378365" sldId="2147483483"/>
            <ac:spMk id="137" creationId="{B49AEB35-C3E5-30C3-7648-512676626005}"/>
          </ac:spMkLst>
        </pc:spChg>
      </pc:sldChg>
      <pc:sldChg chg="modSp mod">
        <pc:chgData name="Pasha, Sabia" userId="c9515be7-7b37-48b0-8f09-41a8d8176a06" providerId="ADAL" clId="{E9A20A95-56D3-4269-B156-6DC5F7D91E6D}" dt="2026-06-26T10:58:03.935" v="99" actId="13926"/>
        <pc:sldMkLst>
          <pc:docMk/>
          <pc:sldMk cId="142771290" sldId="2147483489"/>
        </pc:sldMkLst>
        <pc:spChg chg="mod">
          <ac:chgData name="Pasha, Sabia" userId="c9515be7-7b37-48b0-8f09-41a8d8176a06" providerId="ADAL" clId="{E9A20A95-56D3-4269-B156-6DC5F7D91E6D}" dt="2026-06-26T10:58:03.935" v="99" actId="13926"/>
          <ac:spMkLst>
            <pc:docMk/>
            <pc:sldMk cId="142771290" sldId="2147483489"/>
            <ac:spMk id="4" creationId="{F5BC03A0-3418-A9DB-9913-40A58171317F}"/>
          </ac:spMkLst>
        </pc:spChg>
        <pc:spChg chg="mod">
          <ac:chgData name="Pasha, Sabia" userId="c9515be7-7b37-48b0-8f09-41a8d8176a06" providerId="ADAL" clId="{E9A20A95-56D3-4269-B156-6DC5F7D91E6D}" dt="2026-06-26T10:58:03.935" v="99" actId="13926"/>
          <ac:spMkLst>
            <pc:docMk/>
            <pc:sldMk cId="142771290" sldId="2147483489"/>
            <ac:spMk id="14" creationId="{030F3D69-5873-A540-F35E-97E73EB4BE6B}"/>
          </ac:spMkLst>
        </pc:spChg>
        <pc:spChg chg="mod">
          <ac:chgData name="Pasha, Sabia" userId="c9515be7-7b37-48b0-8f09-41a8d8176a06" providerId="ADAL" clId="{E9A20A95-56D3-4269-B156-6DC5F7D91E6D}" dt="2026-06-26T10:58:03.935" v="99" actId="13926"/>
          <ac:spMkLst>
            <pc:docMk/>
            <pc:sldMk cId="142771290" sldId="2147483489"/>
            <ac:spMk id="25" creationId="{A05DBEE5-2B4B-D242-B806-F0F47DE68EE7}"/>
          </ac:spMkLst>
        </pc:spChg>
        <pc:spChg chg="mod">
          <ac:chgData name="Pasha, Sabia" userId="c9515be7-7b37-48b0-8f09-41a8d8176a06" providerId="ADAL" clId="{E9A20A95-56D3-4269-B156-6DC5F7D91E6D}" dt="2026-06-26T10:58:03.935" v="99" actId="13926"/>
          <ac:spMkLst>
            <pc:docMk/>
            <pc:sldMk cId="142771290" sldId="2147483489"/>
            <ac:spMk id="26" creationId="{D28FE4E4-9953-7205-62C0-0C5DECB57DE3}"/>
          </ac:spMkLst>
        </pc:spChg>
        <pc:spChg chg="mod">
          <ac:chgData name="Pasha, Sabia" userId="c9515be7-7b37-48b0-8f09-41a8d8176a06" providerId="ADAL" clId="{E9A20A95-56D3-4269-B156-6DC5F7D91E6D}" dt="2026-06-26T10:58:03.935" v="99" actId="13926"/>
          <ac:spMkLst>
            <pc:docMk/>
            <pc:sldMk cId="142771290" sldId="2147483489"/>
            <ac:spMk id="27" creationId="{DE10D8E0-4ADA-34A0-FDD8-C05C49926025}"/>
          </ac:spMkLst>
        </pc:spChg>
        <pc:spChg chg="mod">
          <ac:chgData name="Pasha, Sabia" userId="c9515be7-7b37-48b0-8f09-41a8d8176a06" providerId="ADAL" clId="{E9A20A95-56D3-4269-B156-6DC5F7D91E6D}" dt="2026-06-26T10:58:03.935" v="99" actId="13926"/>
          <ac:spMkLst>
            <pc:docMk/>
            <pc:sldMk cId="142771290" sldId="2147483489"/>
            <ac:spMk id="29" creationId="{210E5BBD-3C7D-9ACB-05F5-34F454F90D50}"/>
          </ac:spMkLst>
        </pc:spChg>
        <pc:spChg chg="mod">
          <ac:chgData name="Pasha, Sabia" userId="c9515be7-7b37-48b0-8f09-41a8d8176a06" providerId="ADAL" clId="{E9A20A95-56D3-4269-B156-6DC5F7D91E6D}" dt="2026-06-26T10:58:03.935" v="99" actId="13926"/>
          <ac:spMkLst>
            <pc:docMk/>
            <pc:sldMk cId="142771290" sldId="2147483489"/>
            <ac:spMk id="30" creationId="{A7F1E682-525A-D904-1646-6ABAB1FE8109}"/>
          </ac:spMkLst>
        </pc:spChg>
        <pc:spChg chg="mod">
          <ac:chgData name="Pasha, Sabia" userId="c9515be7-7b37-48b0-8f09-41a8d8176a06" providerId="ADAL" clId="{E9A20A95-56D3-4269-B156-6DC5F7D91E6D}" dt="2026-06-26T10:58:03.935" v="99" actId="13926"/>
          <ac:spMkLst>
            <pc:docMk/>
            <pc:sldMk cId="142771290" sldId="2147483489"/>
            <ac:spMk id="31" creationId="{97FAE22C-138B-08D3-517B-745E859223D0}"/>
          </ac:spMkLst>
        </pc:spChg>
        <pc:spChg chg="mod">
          <ac:chgData name="Pasha, Sabia" userId="c9515be7-7b37-48b0-8f09-41a8d8176a06" providerId="ADAL" clId="{E9A20A95-56D3-4269-B156-6DC5F7D91E6D}" dt="2026-06-26T10:58:03.935" v="99" actId="13926"/>
          <ac:spMkLst>
            <pc:docMk/>
            <pc:sldMk cId="142771290" sldId="2147483489"/>
            <ac:spMk id="33" creationId="{E245903A-AB4C-F0AB-239C-94508420636D}"/>
          </ac:spMkLst>
        </pc:spChg>
        <pc:spChg chg="mod">
          <ac:chgData name="Pasha, Sabia" userId="c9515be7-7b37-48b0-8f09-41a8d8176a06" providerId="ADAL" clId="{E9A20A95-56D3-4269-B156-6DC5F7D91E6D}" dt="2026-06-26T10:58:03.935" v="99" actId="13926"/>
          <ac:spMkLst>
            <pc:docMk/>
            <pc:sldMk cId="142771290" sldId="2147483489"/>
            <ac:spMk id="35" creationId="{4DDE7322-6959-10FE-E8CD-97E1BFF10BE1}"/>
          </ac:spMkLst>
        </pc:spChg>
      </pc:sldChg>
      <pc:sldChg chg="modSp modNotesTx">
        <pc:chgData name="Pasha, Sabia" userId="c9515be7-7b37-48b0-8f09-41a8d8176a06" providerId="ADAL" clId="{E9A20A95-56D3-4269-B156-6DC5F7D91E6D}" dt="2026-06-26T10:58:17.691" v="102" actId="13926"/>
        <pc:sldMkLst>
          <pc:docMk/>
          <pc:sldMk cId="2055743568" sldId="2147483492"/>
        </pc:sldMkLst>
        <pc:spChg chg="mod">
          <ac:chgData name="Pasha, Sabia" userId="c9515be7-7b37-48b0-8f09-41a8d8176a06" providerId="ADAL" clId="{E9A20A95-56D3-4269-B156-6DC5F7D91E6D}" dt="2026-06-26T10:58:17.691" v="102" actId="13926"/>
          <ac:spMkLst>
            <pc:docMk/>
            <pc:sldMk cId="2055743568" sldId="2147483492"/>
            <ac:spMk id="3" creationId="{075F64FF-75E5-8841-522F-22E69FD771E4}"/>
          </ac:spMkLst>
        </pc:spChg>
        <pc:spChg chg="mod">
          <ac:chgData name="Pasha, Sabia" userId="c9515be7-7b37-48b0-8f09-41a8d8176a06" providerId="ADAL" clId="{E9A20A95-56D3-4269-B156-6DC5F7D91E6D}" dt="2026-06-26T10:58:17.691" v="102" actId="13926"/>
          <ac:spMkLst>
            <pc:docMk/>
            <pc:sldMk cId="2055743568" sldId="2147483492"/>
            <ac:spMk id="7" creationId="{575B68CD-B502-4259-D93E-CC8940C3C91C}"/>
          </ac:spMkLst>
        </pc:spChg>
        <pc:spChg chg="mod">
          <ac:chgData name="Pasha, Sabia" userId="c9515be7-7b37-48b0-8f09-41a8d8176a06" providerId="ADAL" clId="{E9A20A95-56D3-4269-B156-6DC5F7D91E6D}" dt="2026-06-26T10:58:17.691" v="102" actId="13926"/>
          <ac:spMkLst>
            <pc:docMk/>
            <pc:sldMk cId="2055743568" sldId="2147483492"/>
            <ac:spMk id="10" creationId="{83785F4A-B3FF-7CAC-9D65-21DACF40D697}"/>
          </ac:spMkLst>
        </pc:spChg>
        <pc:spChg chg="mod">
          <ac:chgData name="Pasha, Sabia" userId="c9515be7-7b37-48b0-8f09-41a8d8176a06" providerId="ADAL" clId="{E9A20A95-56D3-4269-B156-6DC5F7D91E6D}" dt="2026-06-26T10:58:17.691" v="102" actId="13926"/>
          <ac:spMkLst>
            <pc:docMk/>
            <pc:sldMk cId="2055743568" sldId="2147483492"/>
            <ac:spMk id="28" creationId="{0F3ABB58-7892-124F-B42E-86ADC522653F}"/>
          </ac:spMkLst>
        </pc:spChg>
        <pc:spChg chg="mod">
          <ac:chgData name="Pasha, Sabia" userId="c9515be7-7b37-48b0-8f09-41a8d8176a06" providerId="ADAL" clId="{E9A20A95-56D3-4269-B156-6DC5F7D91E6D}" dt="2026-06-26T10:58:17.691" v="102" actId="13926"/>
          <ac:spMkLst>
            <pc:docMk/>
            <pc:sldMk cId="2055743568" sldId="2147483492"/>
            <ac:spMk id="38" creationId="{D4BBC4E3-4A37-F6D5-9FEE-706D1569F65E}"/>
          </ac:spMkLst>
        </pc:spChg>
        <pc:spChg chg="mod">
          <ac:chgData name="Pasha, Sabia" userId="c9515be7-7b37-48b0-8f09-41a8d8176a06" providerId="ADAL" clId="{E9A20A95-56D3-4269-B156-6DC5F7D91E6D}" dt="2026-06-26T10:58:17.691" v="102" actId="13926"/>
          <ac:spMkLst>
            <pc:docMk/>
            <pc:sldMk cId="2055743568" sldId="2147483492"/>
            <ac:spMk id="39" creationId="{66F61ACE-A2D2-9E85-A60F-D0648D78A182}"/>
          </ac:spMkLst>
        </pc:spChg>
        <pc:spChg chg="mod">
          <ac:chgData name="Pasha, Sabia" userId="c9515be7-7b37-48b0-8f09-41a8d8176a06" providerId="ADAL" clId="{E9A20A95-56D3-4269-B156-6DC5F7D91E6D}" dt="2026-06-26T10:58:17.691" v="102" actId="13926"/>
          <ac:spMkLst>
            <pc:docMk/>
            <pc:sldMk cId="2055743568" sldId="2147483492"/>
            <ac:spMk id="57" creationId="{B5498D62-2DA2-1A90-4C62-7EA368D85F7A}"/>
          </ac:spMkLst>
        </pc:spChg>
        <pc:spChg chg="mod">
          <ac:chgData name="Pasha, Sabia" userId="c9515be7-7b37-48b0-8f09-41a8d8176a06" providerId="ADAL" clId="{E9A20A95-56D3-4269-B156-6DC5F7D91E6D}" dt="2026-06-26T10:58:17.691" v="102" actId="13926"/>
          <ac:spMkLst>
            <pc:docMk/>
            <pc:sldMk cId="2055743568" sldId="2147483492"/>
            <ac:spMk id="60" creationId="{41EC4A49-03C5-8CE0-E95B-E2551FF21FE7}"/>
          </ac:spMkLst>
        </pc:spChg>
        <pc:spChg chg="mod">
          <ac:chgData name="Pasha, Sabia" userId="c9515be7-7b37-48b0-8f09-41a8d8176a06" providerId="ADAL" clId="{E9A20A95-56D3-4269-B156-6DC5F7D91E6D}" dt="2026-06-26T10:58:17.691" v="102" actId="13926"/>
          <ac:spMkLst>
            <pc:docMk/>
            <pc:sldMk cId="2055743568" sldId="2147483492"/>
            <ac:spMk id="62" creationId="{54DAE243-446E-7F94-E8CA-1D7BF82027B1}"/>
          </ac:spMkLst>
        </pc:spChg>
        <pc:spChg chg="mod">
          <ac:chgData name="Pasha, Sabia" userId="c9515be7-7b37-48b0-8f09-41a8d8176a06" providerId="ADAL" clId="{E9A20A95-56D3-4269-B156-6DC5F7D91E6D}" dt="2026-06-26T10:58:17.691" v="102" actId="13926"/>
          <ac:spMkLst>
            <pc:docMk/>
            <pc:sldMk cId="2055743568" sldId="2147483492"/>
            <ac:spMk id="63" creationId="{CAAE93FF-523E-D9A5-4493-57C9EF3D116C}"/>
          </ac:spMkLst>
        </pc:spChg>
      </pc:sldChg>
      <pc:sldChg chg="modSp mod modNotesTx">
        <pc:chgData name="Pasha, Sabia" userId="c9515be7-7b37-48b0-8f09-41a8d8176a06" providerId="ADAL" clId="{E9A20A95-56D3-4269-B156-6DC5F7D91E6D}" dt="2026-06-26T10:58:13.513" v="101" actId="13926"/>
        <pc:sldMkLst>
          <pc:docMk/>
          <pc:sldMk cId="3953516816" sldId="2147483494"/>
        </pc:sldMkLst>
        <pc:spChg chg="mod">
          <ac:chgData name="Pasha, Sabia" userId="c9515be7-7b37-48b0-8f09-41a8d8176a06" providerId="ADAL" clId="{E9A20A95-56D3-4269-B156-6DC5F7D91E6D}" dt="2026-06-26T10:58:13.513" v="101" actId="13926"/>
          <ac:spMkLst>
            <pc:docMk/>
            <pc:sldMk cId="3953516816" sldId="2147483494"/>
            <ac:spMk id="2" creationId="{7D191C9F-6716-4A26-AA46-9FE4162967AF}"/>
          </ac:spMkLst>
        </pc:spChg>
        <pc:spChg chg="mod">
          <ac:chgData name="Pasha, Sabia" userId="c9515be7-7b37-48b0-8f09-41a8d8176a06" providerId="ADAL" clId="{E9A20A95-56D3-4269-B156-6DC5F7D91E6D}" dt="2026-06-26T10:58:13.513" v="101" actId="13926"/>
          <ac:spMkLst>
            <pc:docMk/>
            <pc:sldMk cId="3953516816" sldId="2147483494"/>
            <ac:spMk id="3" creationId="{6A61DB7F-4C39-50F8-4B51-BC47388E0C53}"/>
          </ac:spMkLst>
        </pc:spChg>
        <pc:spChg chg="mod">
          <ac:chgData name="Pasha, Sabia" userId="c9515be7-7b37-48b0-8f09-41a8d8176a06" providerId="ADAL" clId="{E9A20A95-56D3-4269-B156-6DC5F7D91E6D}" dt="2026-06-26T10:58:13.513" v="101" actId="13926"/>
          <ac:spMkLst>
            <pc:docMk/>
            <pc:sldMk cId="3953516816" sldId="2147483494"/>
            <ac:spMk id="13" creationId="{5B6C9A44-C659-FBE4-6278-F969C91D2FA2}"/>
          </ac:spMkLst>
        </pc:spChg>
        <pc:spChg chg="mod">
          <ac:chgData name="Pasha, Sabia" userId="c9515be7-7b37-48b0-8f09-41a8d8176a06" providerId="ADAL" clId="{E9A20A95-56D3-4269-B156-6DC5F7D91E6D}" dt="2026-06-26T10:58:13.513" v="101" actId="13926"/>
          <ac:spMkLst>
            <pc:docMk/>
            <pc:sldMk cId="3953516816" sldId="2147483494"/>
            <ac:spMk id="14" creationId="{5785978C-2F40-F278-4EA3-3409E65CE578}"/>
          </ac:spMkLst>
        </pc:spChg>
        <pc:spChg chg="mod">
          <ac:chgData name="Pasha, Sabia" userId="c9515be7-7b37-48b0-8f09-41a8d8176a06" providerId="ADAL" clId="{E9A20A95-56D3-4269-B156-6DC5F7D91E6D}" dt="2026-06-26T10:58:13.513" v="101" actId="13926"/>
          <ac:spMkLst>
            <pc:docMk/>
            <pc:sldMk cId="3953516816" sldId="2147483494"/>
            <ac:spMk id="16" creationId="{307007A8-A1A5-D3C9-309E-5141767FA4FC}"/>
          </ac:spMkLst>
        </pc:spChg>
        <pc:spChg chg="mod">
          <ac:chgData name="Pasha, Sabia" userId="c9515be7-7b37-48b0-8f09-41a8d8176a06" providerId="ADAL" clId="{E9A20A95-56D3-4269-B156-6DC5F7D91E6D}" dt="2026-06-26T10:58:13.513" v="101" actId="13926"/>
          <ac:spMkLst>
            <pc:docMk/>
            <pc:sldMk cId="3953516816" sldId="2147483494"/>
            <ac:spMk id="19" creationId="{8C2B9DDD-622B-AA59-D880-0711DEC968EF}"/>
          </ac:spMkLst>
        </pc:spChg>
        <pc:spChg chg="mod">
          <ac:chgData name="Pasha, Sabia" userId="c9515be7-7b37-48b0-8f09-41a8d8176a06" providerId="ADAL" clId="{E9A20A95-56D3-4269-B156-6DC5F7D91E6D}" dt="2026-06-26T10:58:13.513" v="101" actId="13926"/>
          <ac:spMkLst>
            <pc:docMk/>
            <pc:sldMk cId="3953516816" sldId="2147483494"/>
            <ac:spMk id="20" creationId="{56D67355-E6CC-CD04-F9C5-3AA87F630AA7}"/>
          </ac:spMkLst>
        </pc:spChg>
        <pc:spChg chg="mod">
          <ac:chgData name="Pasha, Sabia" userId="c9515be7-7b37-48b0-8f09-41a8d8176a06" providerId="ADAL" clId="{E9A20A95-56D3-4269-B156-6DC5F7D91E6D}" dt="2026-06-26T10:58:13.513" v="101" actId="13926"/>
          <ac:spMkLst>
            <pc:docMk/>
            <pc:sldMk cId="3953516816" sldId="2147483494"/>
            <ac:spMk id="21" creationId="{492B7A1B-6697-A9D0-166F-CF7FD0074ECE}"/>
          </ac:spMkLst>
        </pc:spChg>
        <pc:spChg chg="mod">
          <ac:chgData name="Pasha, Sabia" userId="c9515be7-7b37-48b0-8f09-41a8d8176a06" providerId="ADAL" clId="{E9A20A95-56D3-4269-B156-6DC5F7D91E6D}" dt="2026-06-26T10:58:13.513" v="101" actId="13926"/>
          <ac:spMkLst>
            <pc:docMk/>
            <pc:sldMk cId="3953516816" sldId="2147483494"/>
            <ac:spMk id="57" creationId="{80634DDA-C294-0055-7973-ADD419C9EFF1}"/>
          </ac:spMkLst>
        </pc:spChg>
        <pc:spChg chg="mod">
          <ac:chgData name="Pasha, Sabia" userId="c9515be7-7b37-48b0-8f09-41a8d8176a06" providerId="ADAL" clId="{E9A20A95-56D3-4269-B156-6DC5F7D91E6D}" dt="2026-06-26T10:58:13.513" v="101" actId="13926"/>
          <ac:spMkLst>
            <pc:docMk/>
            <pc:sldMk cId="3953516816" sldId="2147483494"/>
            <ac:spMk id="60" creationId="{52E824FD-F6DE-7E8F-3C60-8958740242D1}"/>
          </ac:spMkLst>
        </pc:spChg>
      </pc:sldChg>
      <pc:sldChg chg="modSp mod">
        <pc:chgData name="Pasha, Sabia" userId="c9515be7-7b37-48b0-8f09-41a8d8176a06" providerId="ADAL" clId="{E9A20A95-56D3-4269-B156-6DC5F7D91E6D}" dt="2026-06-26T10:58:08.233" v="100" actId="13926"/>
        <pc:sldMkLst>
          <pc:docMk/>
          <pc:sldMk cId="2461438463" sldId="2147483495"/>
        </pc:sldMkLst>
        <pc:spChg chg="mod">
          <ac:chgData name="Pasha, Sabia" userId="c9515be7-7b37-48b0-8f09-41a8d8176a06" providerId="ADAL" clId="{E9A20A95-56D3-4269-B156-6DC5F7D91E6D}" dt="2026-06-26T10:58:08.233" v="100" actId="13926"/>
          <ac:spMkLst>
            <pc:docMk/>
            <pc:sldMk cId="2461438463" sldId="2147483495"/>
            <ac:spMk id="3" creationId="{F07DA77A-9394-7955-7F59-E383DF0510D0}"/>
          </ac:spMkLst>
        </pc:spChg>
        <pc:spChg chg="mod">
          <ac:chgData name="Pasha, Sabia" userId="c9515be7-7b37-48b0-8f09-41a8d8176a06" providerId="ADAL" clId="{E9A20A95-56D3-4269-B156-6DC5F7D91E6D}" dt="2026-06-26T10:58:08.233" v="100" actId="13926"/>
          <ac:spMkLst>
            <pc:docMk/>
            <pc:sldMk cId="2461438463" sldId="2147483495"/>
            <ac:spMk id="6" creationId="{6683B21D-C731-6F51-C2B4-177681CF0FD1}"/>
          </ac:spMkLst>
        </pc:spChg>
        <pc:spChg chg="mod">
          <ac:chgData name="Pasha, Sabia" userId="c9515be7-7b37-48b0-8f09-41a8d8176a06" providerId="ADAL" clId="{E9A20A95-56D3-4269-B156-6DC5F7D91E6D}" dt="2026-06-26T10:58:08.233" v="100" actId="13926"/>
          <ac:spMkLst>
            <pc:docMk/>
            <pc:sldMk cId="2461438463" sldId="2147483495"/>
            <ac:spMk id="8" creationId="{7433EA72-22C3-4AFD-29A5-E3A5D9692686}"/>
          </ac:spMkLst>
        </pc:spChg>
        <pc:spChg chg="mod">
          <ac:chgData name="Pasha, Sabia" userId="c9515be7-7b37-48b0-8f09-41a8d8176a06" providerId="ADAL" clId="{E9A20A95-56D3-4269-B156-6DC5F7D91E6D}" dt="2026-06-26T10:58:08.233" v="100" actId="13926"/>
          <ac:spMkLst>
            <pc:docMk/>
            <pc:sldMk cId="2461438463" sldId="2147483495"/>
            <ac:spMk id="10" creationId="{EA421F5D-22CF-05F9-AE54-0846CF239BF9}"/>
          </ac:spMkLst>
        </pc:spChg>
        <pc:spChg chg="mod">
          <ac:chgData name="Pasha, Sabia" userId="c9515be7-7b37-48b0-8f09-41a8d8176a06" providerId="ADAL" clId="{E9A20A95-56D3-4269-B156-6DC5F7D91E6D}" dt="2026-06-26T10:58:08.233" v="100" actId="13926"/>
          <ac:spMkLst>
            <pc:docMk/>
            <pc:sldMk cId="2461438463" sldId="2147483495"/>
            <ac:spMk id="11" creationId="{92DBDE80-4804-A16F-08B7-70A5F2A35097}"/>
          </ac:spMkLst>
        </pc:spChg>
        <pc:spChg chg="mod">
          <ac:chgData name="Pasha, Sabia" userId="c9515be7-7b37-48b0-8f09-41a8d8176a06" providerId="ADAL" clId="{E9A20A95-56D3-4269-B156-6DC5F7D91E6D}" dt="2026-06-26T10:58:08.233" v="100" actId="13926"/>
          <ac:spMkLst>
            <pc:docMk/>
            <pc:sldMk cId="2461438463" sldId="2147483495"/>
            <ac:spMk id="14" creationId="{29008EDC-DA99-5C92-CD61-FC4AA1A98450}"/>
          </ac:spMkLst>
        </pc:spChg>
        <pc:spChg chg="mod">
          <ac:chgData name="Pasha, Sabia" userId="c9515be7-7b37-48b0-8f09-41a8d8176a06" providerId="ADAL" clId="{E9A20A95-56D3-4269-B156-6DC5F7D91E6D}" dt="2026-06-26T10:58:08.233" v="100" actId="13926"/>
          <ac:spMkLst>
            <pc:docMk/>
            <pc:sldMk cId="2461438463" sldId="2147483495"/>
            <ac:spMk id="19" creationId="{9826FCB5-96E7-4D3A-D7DE-494E112F6D91}"/>
          </ac:spMkLst>
        </pc:spChg>
        <pc:spChg chg="mod">
          <ac:chgData name="Pasha, Sabia" userId="c9515be7-7b37-48b0-8f09-41a8d8176a06" providerId="ADAL" clId="{E9A20A95-56D3-4269-B156-6DC5F7D91E6D}" dt="2026-06-26T10:58:08.233" v="100" actId="13926"/>
          <ac:spMkLst>
            <pc:docMk/>
            <pc:sldMk cId="2461438463" sldId="2147483495"/>
            <ac:spMk id="20" creationId="{8EE1A149-2B1D-66CE-B377-FF4FABEFF784}"/>
          </ac:spMkLst>
        </pc:spChg>
        <pc:spChg chg="mod">
          <ac:chgData name="Pasha, Sabia" userId="c9515be7-7b37-48b0-8f09-41a8d8176a06" providerId="ADAL" clId="{E9A20A95-56D3-4269-B156-6DC5F7D91E6D}" dt="2026-06-26T10:58:08.233" v="100" actId="13926"/>
          <ac:spMkLst>
            <pc:docMk/>
            <pc:sldMk cId="2461438463" sldId="2147483495"/>
            <ac:spMk id="57" creationId="{EAE61E4C-D903-BEFD-623D-4335E5A0888A}"/>
          </ac:spMkLst>
        </pc:spChg>
        <pc:spChg chg="mod">
          <ac:chgData name="Pasha, Sabia" userId="c9515be7-7b37-48b0-8f09-41a8d8176a06" providerId="ADAL" clId="{E9A20A95-56D3-4269-B156-6DC5F7D91E6D}" dt="2026-06-26T10:58:08.233" v="100" actId="13926"/>
          <ac:spMkLst>
            <pc:docMk/>
            <pc:sldMk cId="2461438463" sldId="2147483495"/>
            <ac:spMk id="60" creationId="{7EFFF268-9DD3-FEF0-2F5A-FE522A6CF62D}"/>
          </ac:spMkLst>
        </pc:spChg>
      </pc:sldChg>
      <pc:sldChg chg="modSp mod">
        <pc:chgData name="Pasha, Sabia" userId="c9515be7-7b37-48b0-8f09-41a8d8176a06" providerId="ADAL" clId="{E9A20A95-56D3-4269-B156-6DC5F7D91E6D}" dt="2026-06-26T10:58:22.069" v="103" actId="13926"/>
        <pc:sldMkLst>
          <pc:docMk/>
          <pc:sldMk cId="2938345697" sldId="2147483496"/>
        </pc:sldMkLst>
        <pc:spChg chg="mod">
          <ac:chgData name="Pasha, Sabia" userId="c9515be7-7b37-48b0-8f09-41a8d8176a06" providerId="ADAL" clId="{E9A20A95-56D3-4269-B156-6DC5F7D91E6D}" dt="2026-06-26T10:58:22.069" v="103" actId="13926"/>
          <ac:spMkLst>
            <pc:docMk/>
            <pc:sldMk cId="2938345697" sldId="2147483496"/>
            <ac:spMk id="2" creationId="{6EF5D994-A1BB-8D0D-88EC-2024AF451CF2}"/>
          </ac:spMkLst>
        </pc:spChg>
        <pc:spChg chg="mod">
          <ac:chgData name="Pasha, Sabia" userId="c9515be7-7b37-48b0-8f09-41a8d8176a06" providerId="ADAL" clId="{E9A20A95-56D3-4269-B156-6DC5F7D91E6D}" dt="2026-06-26T10:58:22.069" v="103" actId="13926"/>
          <ac:spMkLst>
            <pc:docMk/>
            <pc:sldMk cId="2938345697" sldId="2147483496"/>
            <ac:spMk id="6" creationId="{74B8067C-45E2-1BD7-1226-4053797EBBD2}"/>
          </ac:spMkLst>
        </pc:spChg>
        <pc:spChg chg="mod">
          <ac:chgData name="Pasha, Sabia" userId="c9515be7-7b37-48b0-8f09-41a8d8176a06" providerId="ADAL" clId="{E9A20A95-56D3-4269-B156-6DC5F7D91E6D}" dt="2026-06-26T10:58:22.069" v="103" actId="13926"/>
          <ac:spMkLst>
            <pc:docMk/>
            <pc:sldMk cId="2938345697" sldId="2147483496"/>
            <ac:spMk id="7" creationId="{9254A6C6-1802-9DD1-2FEF-2C5AFF485352}"/>
          </ac:spMkLst>
        </pc:spChg>
        <pc:spChg chg="mod">
          <ac:chgData name="Pasha, Sabia" userId="c9515be7-7b37-48b0-8f09-41a8d8176a06" providerId="ADAL" clId="{E9A20A95-56D3-4269-B156-6DC5F7D91E6D}" dt="2026-06-26T10:58:22.069" v="103" actId="13926"/>
          <ac:spMkLst>
            <pc:docMk/>
            <pc:sldMk cId="2938345697" sldId="2147483496"/>
            <ac:spMk id="39" creationId="{25FA9E00-A8C7-704F-381E-69DF7DC78607}"/>
          </ac:spMkLst>
        </pc:spChg>
        <pc:spChg chg="mod">
          <ac:chgData name="Pasha, Sabia" userId="c9515be7-7b37-48b0-8f09-41a8d8176a06" providerId="ADAL" clId="{E9A20A95-56D3-4269-B156-6DC5F7D91E6D}" dt="2026-06-26T10:58:22.069" v="103" actId="13926"/>
          <ac:spMkLst>
            <pc:docMk/>
            <pc:sldMk cId="2938345697" sldId="2147483496"/>
            <ac:spMk id="40" creationId="{18358284-1115-C881-4163-495BE359F876}"/>
          </ac:spMkLst>
        </pc:spChg>
        <pc:spChg chg="mod">
          <ac:chgData name="Pasha, Sabia" userId="c9515be7-7b37-48b0-8f09-41a8d8176a06" providerId="ADAL" clId="{E9A20A95-56D3-4269-B156-6DC5F7D91E6D}" dt="2026-06-26T10:58:22.069" v="103" actId="13926"/>
          <ac:spMkLst>
            <pc:docMk/>
            <pc:sldMk cId="2938345697" sldId="2147483496"/>
            <ac:spMk id="43" creationId="{113B9A24-918B-7C8A-C67C-627C6D338424}"/>
          </ac:spMkLst>
        </pc:spChg>
        <pc:spChg chg="mod">
          <ac:chgData name="Pasha, Sabia" userId="c9515be7-7b37-48b0-8f09-41a8d8176a06" providerId="ADAL" clId="{E9A20A95-56D3-4269-B156-6DC5F7D91E6D}" dt="2026-06-26T10:58:22.069" v="103" actId="13926"/>
          <ac:spMkLst>
            <pc:docMk/>
            <pc:sldMk cId="2938345697" sldId="2147483496"/>
            <ac:spMk id="44" creationId="{7EC5F083-C87D-3E8A-9899-35DC77B943C9}"/>
          </ac:spMkLst>
        </pc:spChg>
      </pc:sldChg>
      <pc:sldChg chg="modSp mod">
        <pc:chgData name="Pasha, Sabia" userId="c9515be7-7b37-48b0-8f09-41a8d8176a06" providerId="ADAL" clId="{E9A20A95-56D3-4269-B156-6DC5F7D91E6D}" dt="2026-06-26T10:57:29.842" v="82" actId="13926"/>
        <pc:sldMkLst>
          <pc:docMk/>
          <pc:sldMk cId="3058343622" sldId="2147483497"/>
        </pc:sldMkLst>
        <pc:spChg chg="mod">
          <ac:chgData name="Pasha, Sabia" userId="c9515be7-7b37-48b0-8f09-41a8d8176a06" providerId="ADAL" clId="{E9A20A95-56D3-4269-B156-6DC5F7D91E6D}" dt="2026-06-26T10:57:29.842" v="82" actId="13926"/>
          <ac:spMkLst>
            <pc:docMk/>
            <pc:sldMk cId="3058343622" sldId="2147483497"/>
            <ac:spMk id="2" creationId="{4F9BED10-8241-23FF-4148-DB8328FC1338}"/>
          </ac:spMkLst>
        </pc:spChg>
        <pc:spChg chg="mod">
          <ac:chgData name="Pasha, Sabia" userId="c9515be7-7b37-48b0-8f09-41a8d8176a06" providerId="ADAL" clId="{E9A20A95-56D3-4269-B156-6DC5F7D91E6D}" dt="2026-06-26T10:57:29.842" v="82" actId="13926"/>
          <ac:spMkLst>
            <pc:docMk/>
            <pc:sldMk cId="3058343622" sldId="2147483497"/>
            <ac:spMk id="9" creationId="{5B1F462A-6C21-66DB-6FD1-F917F901E61E}"/>
          </ac:spMkLst>
        </pc:spChg>
        <pc:spChg chg="mod">
          <ac:chgData name="Pasha, Sabia" userId="c9515be7-7b37-48b0-8f09-41a8d8176a06" providerId="ADAL" clId="{E9A20A95-56D3-4269-B156-6DC5F7D91E6D}" dt="2026-06-26T10:57:29.842" v="82" actId="13926"/>
          <ac:spMkLst>
            <pc:docMk/>
            <pc:sldMk cId="3058343622" sldId="2147483497"/>
            <ac:spMk id="10" creationId="{FDD503B4-B16D-E749-C7DD-B48DC1356E65}"/>
          </ac:spMkLst>
        </pc:spChg>
        <pc:spChg chg="mod">
          <ac:chgData name="Pasha, Sabia" userId="c9515be7-7b37-48b0-8f09-41a8d8176a06" providerId="ADAL" clId="{E9A20A95-56D3-4269-B156-6DC5F7D91E6D}" dt="2026-06-26T10:57:29.842" v="82" actId="13926"/>
          <ac:spMkLst>
            <pc:docMk/>
            <pc:sldMk cId="3058343622" sldId="2147483497"/>
            <ac:spMk id="15" creationId="{1B7AA177-C712-5CE4-9B3E-711C775424EB}"/>
          </ac:spMkLst>
        </pc:spChg>
        <pc:spChg chg="mod">
          <ac:chgData name="Pasha, Sabia" userId="c9515be7-7b37-48b0-8f09-41a8d8176a06" providerId="ADAL" clId="{E9A20A95-56D3-4269-B156-6DC5F7D91E6D}" dt="2026-06-26T10:57:29.842" v="82" actId="13926"/>
          <ac:spMkLst>
            <pc:docMk/>
            <pc:sldMk cId="3058343622" sldId="2147483497"/>
            <ac:spMk id="16" creationId="{DC98E403-C2A3-BA5A-5DF2-0C4E35AD6918}"/>
          </ac:spMkLst>
        </pc:spChg>
        <pc:spChg chg="mod">
          <ac:chgData name="Pasha, Sabia" userId="c9515be7-7b37-48b0-8f09-41a8d8176a06" providerId="ADAL" clId="{E9A20A95-56D3-4269-B156-6DC5F7D91E6D}" dt="2026-06-26T10:57:29.842" v="82" actId="13926"/>
          <ac:spMkLst>
            <pc:docMk/>
            <pc:sldMk cId="3058343622" sldId="2147483497"/>
            <ac:spMk id="20" creationId="{7F585AC9-076F-DA14-458D-C7D4B3D8473B}"/>
          </ac:spMkLst>
        </pc:spChg>
        <pc:spChg chg="mod">
          <ac:chgData name="Pasha, Sabia" userId="c9515be7-7b37-48b0-8f09-41a8d8176a06" providerId="ADAL" clId="{E9A20A95-56D3-4269-B156-6DC5F7D91E6D}" dt="2026-06-26T10:57:29.842" v="82" actId="13926"/>
          <ac:spMkLst>
            <pc:docMk/>
            <pc:sldMk cId="3058343622" sldId="2147483497"/>
            <ac:spMk id="21" creationId="{DAFD34D0-8CA7-B99E-6CD0-D07B3682317B}"/>
          </ac:spMkLst>
        </pc:spChg>
      </pc:sldChg>
      <pc:sldChg chg="addSp delSp modSp mod">
        <pc:chgData name="Pasha, Sabia" userId="c9515be7-7b37-48b0-8f09-41a8d8176a06" providerId="ADAL" clId="{E9A20A95-56D3-4269-B156-6DC5F7D91E6D}" dt="2026-06-26T11:00:23.297" v="112" actId="478"/>
        <pc:sldMkLst>
          <pc:docMk/>
          <pc:sldMk cId="1887978374" sldId="2147483498"/>
        </pc:sldMkLst>
        <pc:spChg chg="mod">
          <ac:chgData name="Pasha, Sabia" userId="c9515be7-7b37-48b0-8f09-41a8d8176a06" providerId="ADAL" clId="{E9A20A95-56D3-4269-B156-6DC5F7D91E6D}" dt="2026-06-26T10:55:47.383" v="19" actId="13926"/>
          <ac:spMkLst>
            <pc:docMk/>
            <pc:sldMk cId="1887978374" sldId="2147483498"/>
            <ac:spMk id="12" creationId="{E698EEA1-A819-2B41-46F3-B1A3B5A608BE}"/>
          </ac:spMkLst>
        </pc:spChg>
        <pc:spChg chg="mod">
          <ac:chgData name="Pasha, Sabia" userId="c9515be7-7b37-48b0-8f09-41a8d8176a06" providerId="ADAL" clId="{E9A20A95-56D3-4269-B156-6DC5F7D91E6D}" dt="2026-06-26T11:00:08.738" v="109" actId="20577"/>
          <ac:spMkLst>
            <pc:docMk/>
            <pc:sldMk cId="1887978374" sldId="2147483498"/>
            <ac:spMk id="13" creationId="{E7205912-AF18-E154-46D7-5E1053939D5F}"/>
          </ac:spMkLst>
        </pc:spChg>
        <pc:spChg chg="mod">
          <ac:chgData name="Pasha, Sabia" userId="c9515be7-7b37-48b0-8f09-41a8d8176a06" providerId="ADAL" clId="{E9A20A95-56D3-4269-B156-6DC5F7D91E6D}" dt="2026-06-26T10:55:47.383" v="19" actId="13926"/>
          <ac:spMkLst>
            <pc:docMk/>
            <pc:sldMk cId="1887978374" sldId="2147483498"/>
            <ac:spMk id="15" creationId="{4CFD2DDF-CF97-A257-32E8-ED383DF7ED48}"/>
          </ac:spMkLst>
        </pc:spChg>
        <pc:spChg chg="mod">
          <ac:chgData name="Pasha, Sabia" userId="c9515be7-7b37-48b0-8f09-41a8d8176a06" providerId="ADAL" clId="{E9A20A95-56D3-4269-B156-6DC5F7D91E6D}" dt="2026-06-26T10:55:47.383" v="19" actId="13926"/>
          <ac:spMkLst>
            <pc:docMk/>
            <pc:sldMk cId="1887978374" sldId="2147483498"/>
            <ac:spMk id="16" creationId="{A1D7633D-DF5F-8043-A8DD-2D2E91F7EF69}"/>
          </ac:spMkLst>
        </pc:spChg>
        <pc:spChg chg="mod">
          <ac:chgData name="Pasha, Sabia" userId="c9515be7-7b37-48b0-8f09-41a8d8176a06" providerId="ADAL" clId="{E9A20A95-56D3-4269-B156-6DC5F7D91E6D}" dt="2026-06-26T10:55:47.383" v="19" actId="13926"/>
          <ac:spMkLst>
            <pc:docMk/>
            <pc:sldMk cId="1887978374" sldId="2147483498"/>
            <ac:spMk id="20" creationId="{39F6E759-9D73-5737-9BE6-5E345182CB67}"/>
          </ac:spMkLst>
        </pc:spChg>
        <pc:spChg chg="mod">
          <ac:chgData name="Pasha, Sabia" userId="c9515be7-7b37-48b0-8f09-41a8d8176a06" providerId="ADAL" clId="{E9A20A95-56D3-4269-B156-6DC5F7D91E6D}" dt="2026-06-26T10:55:47.383" v="19" actId="13926"/>
          <ac:spMkLst>
            <pc:docMk/>
            <pc:sldMk cId="1887978374" sldId="2147483498"/>
            <ac:spMk id="21" creationId="{4440C371-0AC1-4722-D8E7-9AA9F37D0E78}"/>
          </ac:spMkLst>
        </pc:spChg>
        <pc:picChg chg="add del mod">
          <ac:chgData name="Pasha, Sabia" userId="c9515be7-7b37-48b0-8f09-41a8d8176a06" providerId="ADAL" clId="{E9A20A95-56D3-4269-B156-6DC5F7D91E6D}" dt="2026-06-26T11:00:23.297" v="112" actId="478"/>
          <ac:picMkLst>
            <pc:docMk/>
            <pc:sldMk cId="1887978374" sldId="2147483498"/>
            <ac:picMk id="6" creationId="{A8FF26CF-24DA-D247-9BF8-A23E52FD6BCC}"/>
          </ac:picMkLst>
        </pc:picChg>
      </pc:sldChg>
      <pc:sldChg chg="modSp mod">
        <pc:chgData name="Pasha, Sabia" userId="c9515be7-7b37-48b0-8f09-41a8d8176a06" providerId="ADAL" clId="{E9A20A95-56D3-4269-B156-6DC5F7D91E6D}" dt="2026-06-26T10:57:53.307" v="98" actId="1035"/>
        <pc:sldMkLst>
          <pc:docMk/>
          <pc:sldMk cId="460498788" sldId="2147483499"/>
        </pc:sldMkLst>
        <pc:spChg chg="mod">
          <ac:chgData name="Pasha, Sabia" userId="c9515be7-7b37-48b0-8f09-41a8d8176a06" providerId="ADAL" clId="{E9A20A95-56D3-4269-B156-6DC5F7D91E6D}" dt="2026-06-26T10:57:35.158" v="83" actId="13926"/>
          <ac:spMkLst>
            <pc:docMk/>
            <pc:sldMk cId="460498788" sldId="2147483499"/>
            <ac:spMk id="76" creationId="{D3CD070A-EB7C-DA00-26A9-D543C7CA54BC}"/>
          </ac:spMkLst>
        </pc:spChg>
        <pc:spChg chg="mod">
          <ac:chgData name="Pasha, Sabia" userId="c9515be7-7b37-48b0-8f09-41a8d8176a06" providerId="ADAL" clId="{E9A20A95-56D3-4269-B156-6DC5F7D91E6D}" dt="2026-06-26T10:57:35.158" v="83" actId="13926"/>
          <ac:spMkLst>
            <pc:docMk/>
            <pc:sldMk cId="460498788" sldId="2147483499"/>
            <ac:spMk id="77" creationId="{37A8C4C2-B2D0-1523-5748-8A4D9FB90038}"/>
          </ac:spMkLst>
        </pc:spChg>
        <pc:spChg chg="mod">
          <ac:chgData name="Pasha, Sabia" userId="c9515be7-7b37-48b0-8f09-41a8d8176a06" providerId="ADAL" clId="{E9A20A95-56D3-4269-B156-6DC5F7D91E6D}" dt="2026-06-26T10:57:35.158" v="83" actId="13926"/>
          <ac:spMkLst>
            <pc:docMk/>
            <pc:sldMk cId="460498788" sldId="2147483499"/>
            <ac:spMk id="79" creationId="{E417F9FA-6495-792D-AB7A-6120E04248B4}"/>
          </ac:spMkLst>
        </pc:spChg>
        <pc:spChg chg="mod">
          <ac:chgData name="Pasha, Sabia" userId="c9515be7-7b37-48b0-8f09-41a8d8176a06" providerId="ADAL" clId="{E9A20A95-56D3-4269-B156-6DC5F7D91E6D}" dt="2026-06-26T10:57:53.307" v="98" actId="1035"/>
          <ac:spMkLst>
            <pc:docMk/>
            <pc:sldMk cId="460498788" sldId="2147483499"/>
            <ac:spMk id="84" creationId="{64315921-2A7C-B1E4-9A94-D24CB4BBFE60}"/>
          </ac:spMkLst>
        </pc:spChg>
        <pc:spChg chg="mod">
          <ac:chgData name="Pasha, Sabia" userId="c9515be7-7b37-48b0-8f09-41a8d8176a06" providerId="ADAL" clId="{E9A20A95-56D3-4269-B156-6DC5F7D91E6D}" dt="2026-06-26T10:57:53.307" v="98" actId="1035"/>
          <ac:spMkLst>
            <pc:docMk/>
            <pc:sldMk cId="460498788" sldId="2147483499"/>
            <ac:spMk id="85" creationId="{60A57B3F-3BFD-D452-0767-2532FA126286}"/>
          </ac:spMkLst>
        </pc:spChg>
        <pc:spChg chg="mod">
          <ac:chgData name="Pasha, Sabia" userId="c9515be7-7b37-48b0-8f09-41a8d8176a06" providerId="ADAL" clId="{E9A20A95-56D3-4269-B156-6DC5F7D91E6D}" dt="2026-06-26T10:57:53.307" v="98" actId="1035"/>
          <ac:spMkLst>
            <pc:docMk/>
            <pc:sldMk cId="460498788" sldId="2147483499"/>
            <ac:spMk id="86" creationId="{F6274940-DECF-39F5-7089-069BB683C8E8}"/>
          </ac:spMkLst>
        </pc:spChg>
        <pc:spChg chg="mod">
          <ac:chgData name="Pasha, Sabia" userId="c9515be7-7b37-48b0-8f09-41a8d8176a06" providerId="ADAL" clId="{E9A20A95-56D3-4269-B156-6DC5F7D91E6D}" dt="2026-06-26T10:57:53.307" v="98" actId="1035"/>
          <ac:spMkLst>
            <pc:docMk/>
            <pc:sldMk cId="460498788" sldId="2147483499"/>
            <ac:spMk id="87" creationId="{150F7E02-F9BD-88A1-D49C-2D9BF19C25DD}"/>
          </ac:spMkLst>
        </pc:spChg>
        <pc:spChg chg="mod">
          <ac:chgData name="Pasha, Sabia" userId="c9515be7-7b37-48b0-8f09-41a8d8176a06" providerId="ADAL" clId="{E9A20A95-56D3-4269-B156-6DC5F7D91E6D}" dt="2026-06-26T10:57:53.307" v="98" actId="1035"/>
          <ac:spMkLst>
            <pc:docMk/>
            <pc:sldMk cId="460498788" sldId="2147483499"/>
            <ac:spMk id="88" creationId="{AF6464AD-BD70-1A3D-C371-56C253C738F1}"/>
          </ac:spMkLst>
        </pc:spChg>
        <pc:spChg chg="mod">
          <ac:chgData name="Pasha, Sabia" userId="c9515be7-7b37-48b0-8f09-41a8d8176a06" providerId="ADAL" clId="{E9A20A95-56D3-4269-B156-6DC5F7D91E6D}" dt="2026-06-26T10:57:35.158" v="83" actId="13926"/>
          <ac:spMkLst>
            <pc:docMk/>
            <pc:sldMk cId="460498788" sldId="2147483499"/>
            <ac:spMk id="99" creationId="{D530CED5-E90E-DA55-DD15-85A9965EFE08}"/>
          </ac:spMkLst>
        </pc:spChg>
        <pc:spChg chg="mod">
          <ac:chgData name="Pasha, Sabia" userId="c9515be7-7b37-48b0-8f09-41a8d8176a06" providerId="ADAL" clId="{E9A20A95-56D3-4269-B156-6DC5F7D91E6D}" dt="2026-06-26T10:57:35.158" v="83" actId="13926"/>
          <ac:spMkLst>
            <pc:docMk/>
            <pc:sldMk cId="460498788" sldId="2147483499"/>
            <ac:spMk id="100" creationId="{E78E0501-3B3A-34B9-FCE4-8952B895F667}"/>
          </ac:spMkLst>
        </pc:spChg>
        <pc:spChg chg="mod">
          <ac:chgData name="Pasha, Sabia" userId="c9515be7-7b37-48b0-8f09-41a8d8176a06" providerId="ADAL" clId="{E9A20A95-56D3-4269-B156-6DC5F7D91E6D}" dt="2026-06-26T10:57:35.158" v="83" actId="13926"/>
          <ac:spMkLst>
            <pc:docMk/>
            <pc:sldMk cId="460498788" sldId="2147483499"/>
            <ac:spMk id="102" creationId="{C96922C7-BB08-56EE-6853-A40B00A0C71E}"/>
          </ac:spMkLst>
        </pc:spChg>
        <pc:spChg chg="mod">
          <ac:chgData name="Pasha, Sabia" userId="c9515be7-7b37-48b0-8f09-41a8d8176a06" providerId="ADAL" clId="{E9A20A95-56D3-4269-B156-6DC5F7D91E6D}" dt="2026-06-26T10:57:35.158" v="83" actId="13926"/>
          <ac:spMkLst>
            <pc:docMk/>
            <pc:sldMk cId="460498788" sldId="2147483499"/>
            <ac:spMk id="121" creationId="{9621B15B-0B0F-5167-6C04-8704861A3909}"/>
          </ac:spMkLst>
        </pc:spChg>
      </pc:sldChg>
    </pc:docChg>
  </pc:docChgLst>
  <pc:docChgLst>
    <pc:chgData name="Nellikotte, Vishnu Priya" userId="fea496c0-936e-45ef-943d-e2861ddcc4ed" providerId="ADAL" clId="{12C81B02-640B-4C53-8091-5F123D151428}"/>
    <pc:docChg chg="undo custSel modSld">
      <pc:chgData name="Nellikotte, Vishnu Priya" userId="fea496c0-936e-45ef-943d-e2861ddcc4ed" providerId="ADAL" clId="{12C81B02-640B-4C53-8091-5F123D151428}" dt="2026-06-25T06:10:31.232" v="145" actId="20577"/>
      <pc:docMkLst>
        <pc:docMk/>
      </pc:docMkLst>
      <pc:sldChg chg="modSp mod modNotesTx">
        <pc:chgData name="Nellikotte, Vishnu Priya" userId="fea496c0-936e-45ef-943d-e2861ddcc4ed" providerId="ADAL" clId="{12C81B02-640B-4C53-8091-5F123D151428}" dt="2026-06-25T06:10:31.232" v="145" actId="20577"/>
        <pc:sldMkLst>
          <pc:docMk/>
          <pc:sldMk cId="4138148322" sldId="763"/>
        </pc:sldMkLst>
        <pc:spChg chg="mod">
          <ac:chgData name="Nellikotte, Vishnu Priya" userId="fea496c0-936e-45ef-943d-e2861ddcc4ed" providerId="ADAL" clId="{12C81B02-640B-4C53-8091-5F123D151428}" dt="2026-06-25T06:09:57.902" v="130" actId="20577"/>
          <ac:spMkLst>
            <pc:docMk/>
            <pc:sldMk cId="4138148322" sldId="763"/>
            <ac:spMk id="7" creationId="{BB488A55-D476-FE82-6AAF-7A16597D6CD1}"/>
          </ac:spMkLst>
        </pc:spChg>
      </pc:sldChg>
      <pc:sldChg chg="modSp mod modCm">
        <pc:chgData name="Nellikotte, Vishnu Priya" userId="fea496c0-936e-45ef-943d-e2861ddcc4ed" providerId="ADAL" clId="{12C81B02-640B-4C53-8091-5F123D151428}" dt="2026-06-25T06:08:41.747" v="99" actId="13926"/>
        <pc:sldMkLst>
          <pc:docMk/>
          <pc:sldMk cId="658047505" sldId="2147483261"/>
        </pc:sldMkLst>
        <pc:spChg chg="mod">
          <ac:chgData name="Nellikotte, Vishnu Priya" userId="fea496c0-936e-45ef-943d-e2861ddcc4ed" providerId="ADAL" clId="{12C81B02-640B-4C53-8091-5F123D151428}" dt="2026-06-25T06:08:28.432" v="94" actId="20577"/>
          <ac:spMkLst>
            <pc:docMk/>
            <pc:sldMk cId="658047505" sldId="2147483261"/>
            <ac:spMk id="45" creationId="{D67DDCE8-1067-901D-9D57-8B018FAD2513}"/>
          </ac:spMkLst>
        </pc:spChg>
        <pc:spChg chg="mod">
          <ac:chgData name="Nellikotte, Vishnu Priya" userId="fea496c0-936e-45ef-943d-e2861ddcc4ed" providerId="ADAL" clId="{12C81B02-640B-4C53-8091-5F123D151428}" dt="2026-06-25T06:08:41.747" v="99" actId="13926"/>
          <ac:spMkLst>
            <pc:docMk/>
            <pc:sldMk cId="658047505" sldId="2147483261"/>
            <ac:spMk id="109" creationId="{36380DA5-6F96-E721-C4C8-84AEB274B9D9}"/>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6:08:28.432" v="94" actId="20577"/>
              <pc2:cmMkLst xmlns:pc2="http://schemas.microsoft.com/office/powerpoint/2019/9/main/command">
                <pc:docMk/>
                <pc:sldMk cId="658047505" sldId="2147483261"/>
                <pc2:cmMk id="{C7D181B9-5196-461E-84C9-03B19AAB6CBA}"/>
              </pc2:cmMkLst>
            </pc226:cmChg>
          </p:ext>
        </pc:extLst>
      </pc:sldChg>
      <pc:sldChg chg="modSp mod">
        <pc:chgData name="Nellikotte, Vishnu Priya" userId="fea496c0-936e-45ef-943d-e2861ddcc4ed" providerId="ADAL" clId="{12C81B02-640B-4C53-8091-5F123D151428}" dt="2026-06-25T06:08:20" v="93" actId="6549"/>
        <pc:sldMkLst>
          <pc:docMk/>
          <pc:sldMk cId="2877058845" sldId="2147483469"/>
        </pc:sldMkLst>
        <pc:spChg chg="mod">
          <ac:chgData name="Nellikotte, Vishnu Priya" userId="fea496c0-936e-45ef-943d-e2861ddcc4ed" providerId="ADAL" clId="{12C81B02-640B-4C53-8091-5F123D151428}" dt="2026-06-25T06:08:15.195" v="92" actId="13926"/>
          <ac:spMkLst>
            <pc:docMk/>
            <pc:sldMk cId="2877058845" sldId="2147483469"/>
            <ac:spMk id="57" creationId="{00064E34-D76F-693C-59D8-FCE7A2C16A76}"/>
          </ac:spMkLst>
        </pc:spChg>
        <pc:spChg chg="mod">
          <ac:chgData name="Nellikotte, Vishnu Priya" userId="fea496c0-936e-45ef-943d-e2861ddcc4ed" providerId="ADAL" clId="{12C81B02-640B-4C53-8091-5F123D151428}" dt="2026-06-25T06:08:20" v="93" actId="6549"/>
          <ac:spMkLst>
            <pc:docMk/>
            <pc:sldMk cId="2877058845" sldId="2147483469"/>
            <ac:spMk id="62" creationId="{F44A32AD-D605-3F22-4C4C-4ED2F74BADE6}"/>
          </ac:spMkLst>
        </pc:spChg>
      </pc:sldChg>
      <pc:sldChg chg="modSp mod modCm">
        <pc:chgData name="Nellikotte, Vishnu Priya" userId="fea496c0-936e-45ef-943d-e2861ddcc4ed" providerId="ADAL" clId="{12C81B02-640B-4C53-8091-5F123D151428}" dt="2026-06-25T05:55:07.466" v="8" actId="20577"/>
        <pc:sldMkLst>
          <pc:docMk/>
          <pc:sldMk cId="610901662" sldId="2147483477"/>
        </pc:sldMkLst>
        <pc:spChg chg="mod">
          <ac:chgData name="Nellikotte, Vishnu Priya" userId="fea496c0-936e-45ef-943d-e2861ddcc4ed" providerId="ADAL" clId="{12C81B02-640B-4C53-8091-5F123D151428}" dt="2026-06-25T05:54:41.642" v="0" actId="20577"/>
          <ac:spMkLst>
            <pc:docMk/>
            <pc:sldMk cId="610901662" sldId="2147483477"/>
            <ac:spMk id="7" creationId="{AADC96AB-D2CF-21C0-6D91-8EFDBFAC39EF}"/>
          </ac:spMkLst>
        </pc:spChg>
        <pc:spChg chg="mod">
          <ac:chgData name="Nellikotte, Vishnu Priya" userId="fea496c0-936e-45ef-943d-e2861ddcc4ed" providerId="ADAL" clId="{12C81B02-640B-4C53-8091-5F123D151428}" dt="2026-06-25T05:54:48.794" v="2" actId="20577"/>
          <ac:spMkLst>
            <pc:docMk/>
            <pc:sldMk cId="610901662" sldId="2147483477"/>
            <ac:spMk id="10" creationId="{E5687859-AED3-7C43-9920-A5DEB8616131}"/>
          </ac:spMkLst>
        </pc:spChg>
        <pc:spChg chg="mod">
          <ac:chgData name="Nellikotte, Vishnu Priya" userId="fea496c0-936e-45ef-943d-e2861ddcc4ed" providerId="ADAL" clId="{12C81B02-640B-4C53-8091-5F123D151428}" dt="2026-06-25T05:55:07.466" v="8" actId="20577"/>
          <ac:spMkLst>
            <pc:docMk/>
            <pc:sldMk cId="610901662" sldId="2147483477"/>
            <ac:spMk id="13" creationId="{3DC7721C-4EC0-D366-05CA-65248961F115}"/>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5:54:41.642" v="0" actId="20577"/>
              <pc2:cmMkLst xmlns:pc2="http://schemas.microsoft.com/office/powerpoint/2019/9/main/command">
                <pc:docMk/>
                <pc:sldMk cId="610901662" sldId="2147483477"/>
                <pc2:cmMk id="{94B958BF-2859-4EE9-9D13-16710463B037}"/>
              </pc2:cmMkLst>
            </pc226:cmChg>
          </p:ext>
        </pc:extLst>
      </pc:sldChg>
      <pc:sldChg chg="modSp mod">
        <pc:chgData name="Nellikotte, Vishnu Priya" userId="fea496c0-936e-45ef-943d-e2861ddcc4ed" providerId="ADAL" clId="{12C81B02-640B-4C53-8091-5F123D151428}" dt="2026-06-25T06:07:17.002" v="81" actId="6549"/>
        <pc:sldMkLst>
          <pc:docMk/>
          <pc:sldMk cId="2184343916" sldId="2147483479"/>
        </pc:sldMkLst>
        <pc:spChg chg="mod">
          <ac:chgData name="Nellikotte, Vishnu Priya" userId="fea496c0-936e-45ef-943d-e2861ddcc4ed" providerId="ADAL" clId="{12C81B02-640B-4C53-8091-5F123D151428}" dt="2026-06-25T06:07:17.002" v="81" actId="6549"/>
          <ac:spMkLst>
            <pc:docMk/>
            <pc:sldMk cId="2184343916" sldId="2147483479"/>
            <ac:spMk id="22" creationId="{954F67D0-7D51-ECB8-1892-07D411DC3152}"/>
          </ac:spMkLst>
        </pc:spChg>
      </pc:sldChg>
      <pc:sldChg chg="modSp mod modCm modNotesTx">
        <pc:chgData name="Nellikotte, Vishnu Priya" userId="fea496c0-936e-45ef-943d-e2861ddcc4ed" providerId="ADAL" clId="{12C81B02-640B-4C53-8091-5F123D151428}" dt="2026-06-25T06:07:50.584" v="91" actId="20577"/>
        <pc:sldMkLst>
          <pc:docMk/>
          <pc:sldMk cId="1957777555" sldId="2147483480"/>
        </pc:sldMkLst>
        <pc:spChg chg="mod">
          <ac:chgData name="Nellikotte, Vishnu Priya" userId="fea496c0-936e-45ef-943d-e2861ddcc4ed" providerId="ADAL" clId="{12C81B02-640B-4C53-8091-5F123D151428}" dt="2026-06-25T06:07:31.409" v="85" actId="20577"/>
          <ac:spMkLst>
            <pc:docMk/>
            <pc:sldMk cId="1957777555" sldId="2147483480"/>
            <ac:spMk id="137" creationId="{90E78FC2-669C-7018-0E03-7E0E0E15E12F}"/>
          </ac:spMkLst>
        </pc:spChg>
        <pc:spChg chg="mod">
          <ac:chgData name="Nellikotte, Vishnu Priya" userId="fea496c0-936e-45ef-943d-e2861ddcc4ed" providerId="ADAL" clId="{12C81B02-640B-4C53-8091-5F123D151428}" dt="2026-06-25T06:07:40.561" v="87" actId="20577"/>
          <ac:spMkLst>
            <pc:docMk/>
            <pc:sldMk cId="1957777555" sldId="2147483480"/>
            <ac:spMk id="177" creationId="{905B269C-67A4-097A-8106-DBADC0E057F9}"/>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6:07:40.561" v="87" actId="20577"/>
              <pc2:cmMkLst xmlns:pc2="http://schemas.microsoft.com/office/powerpoint/2019/9/main/command">
                <pc:docMk/>
                <pc:sldMk cId="1957777555" sldId="2147483480"/>
                <pc2:cmMk id="{9076AEED-2895-420B-A71F-14B4998D7A5B}"/>
              </pc2:cmMkLst>
            </pc226:cmChg>
          </p:ext>
        </pc:extLst>
      </pc:sldChg>
      <pc:sldChg chg="modSp mod modCm">
        <pc:chgData name="Nellikotte, Vishnu Priya" userId="fea496c0-936e-45ef-943d-e2861ddcc4ed" providerId="ADAL" clId="{12C81B02-640B-4C53-8091-5F123D151428}" dt="2026-06-25T06:09:20.647" v="112" actId="20577"/>
        <pc:sldMkLst>
          <pc:docMk/>
          <pc:sldMk cId="1492726255" sldId="2147483481"/>
        </pc:sldMkLst>
        <pc:spChg chg="mod">
          <ac:chgData name="Nellikotte, Vishnu Priya" userId="fea496c0-936e-45ef-943d-e2861ddcc4ed" providerId="ADAL" clId="{12C81B02-640B-4C53-8091-5F123D151428}" dt="2026-06-25T06:09:20.647" v="112" actId="20577"/>
          <ac:spMkLst>
            <pc:docMk/>
            <pc:sldMk cId="1492726255" sldId="2147483481"/>
            <ac:spMk id="43" creationId="{121837F9-0654-8E74-3D75-EA9B4261292C}"/>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6:09:20.647" v="112" actId="20577"/>
              <pc2:cmMkLst xmlns:pc2="http://schemas.microsoft.com/office/powerpoint/2019/9/main/command">
                <pc:docMk/>
                <pc:sldMk cId="1492726255" sldId="2147483481"/>
                <pc2:cmMk id="{71A98D29-9EBE-4A57-8115-C518AF6D58D1}"/>
              </pc2:cmMkLst>
            </pc226:cmChg>
          </p:ext>
        </pc:extLst>
      </pc:sldChg>
      <pc:sldChg chg="modNotesTx">
        <pc:chgData name="Nellikotte, Vishnu Priya" userId="fea496c0-936e-45ef-943d-e2861ddcc4ed" providerId="ADAL" clId="{12C81B02-640B-4C53-8091-5F123D151428}" dt="2026-06-25T06:09:46.134" v="128" actId="20577"/>
        <pc:sldMkLst>
          <pc:docMk/>
          <pc:sldMk cId="712378365" sldId="2147483483"/>
        </pc:sldMkLst>
      </pc:sldChg>
      <pc:sldChg chg="modSp mod">
        <pc:chgData name="Nellikotte, Vishnu Priya" userId="fea496c0-936e-45ef-943d-e2861ddcc4ed" providerId="ADAL" clId="{12C81B02-640B-4C53-8091-5F123D151428}" dt="2026-06-25T06:06:32.585" v="70" actId="20577"/>
        <pc:sldMkLst>
          <pc:docMk/>
          <pc:sldMk cId="142771290" sldId="2147483489"/>
        </pc:sldMkLst>
        <pc:spChg chg="mod">
          <ac:chgData name="Nellikotte, Vishnu Priya" userId="fea496c0-936e-45ef-943d-e2861ddcc4ed" providerId="ADAL" clId="{12C81B02-640B-4C53-8091-5F123D151428}" dt="2026-06-25T06:06:32.585" v="70" actId="20577"/>
          <ac:spMkLst>
            <pc:docMk/>
            <pc:sldMk cId="142771290" sldId="2147483489"/>
            <ac:spMk id="29" creationId="{210E5BBD-3C7D-9ACB-05F5-34F454F90D50}"/>
          </ac:spMkLst>
        </pc:spChg>
      </pc:sldChg>
      <pc:sldChg chg="modSp mod modNotesTx">
        <pc:chgData name="Nellikotte, Vishnu Priya" userId="fea496c0-936e-45ef-943d-e2861ddcc4ed" providerId="ADAL" clId="{12C81B02-640B-4C53-8091-5F123D151428}" dt="2026-06-25T06:05:37.339" v="44" actId="20577"/>
        <pc:sldMkLst>
          <pc:docMk/>
          <pc:sldMk cId="2055743568" sldId="2147483492"/>
        </pc:sldMkLst>
        <pc:spChg chg="mod">
          <ac:chgData name="Nellikotte, Vishnu Priya" userId="fea496c0-936e-45ef-943d-e2861ddcc4ed" providerId="ADAL" clId="{12C81B02-640B-4C53-8091-5F123D151428}" dt="2026-06-25T06:05:37.339" v="44" actId="20577"/>
          <ac:spMkLst>
            <pc:docMk/>
            <pc:sldMk cId="2055743568" sldId="2147483492"/>
            <ac:spMk id="2" creationId="{57CA397D-6A02-6796-FB09-FAA9B6294B09}"/>
          </ac:spMkLst>
        </pc:spChg>
        <pc:spChg chg="mod">
          <ac:chgData name="Nellikotte, Vishnu Priya" userId="fea496c0-936e-45ef-943d-e2861ddcc4ed" providerId="ADAL" clId="{12C81B02-640B-4C53-8091-5F123D151428}" dt="2026-06-25T06:03:26.385" v="25" actId="20577"/>
          <ac:spMkLst>
            <pc:docMk/>
            <pc:sldMk cId="2055743568" sldId="2147483492"/>
            <ac:spMk id="12" creationId="{E6CD91E0-25F2-6108-0C40-836D5E6C9B1E}"/>
          </ac:spMkLst>
        </pc:spChg>
      </pc:sldChg>
      <pc:sldChg chg="modSp mod modNotesTx">
        <pc:chgData name="Nellikotte, Vishnu Priya" userId="fea496c0-936e-45ef-943d-e2861ddcc4ed" providerId="ADAL" clId="{12C81B02-640B-4C53-8091-5F123D151428}" dt="2026-06-25T06:06:05.372" v="61" actId="6549"/>
        <pc:sldMkLst>
          <pc:docMk/>
          <pc:sldMk cId="3953516816" sldId="2147483494"/>
        </pc:sldMkLst>
        <pc:spChg chg="mod">
          <ac:chgData name="Nellikotte, Vishnu Priya" userId="fea496c0-936e-45ef-943d-e2861ddcc4ed" providerId="ADAL" clId="{12C81B02-640B-4C53-8091-5F123D151428}" dt="2026-06-25T06:05:52.879" v="52" actId="13926"/>
          <ac:spMkLst>
            <pc:docMk/>
            <pc:sldMk cId="3953516816" sldId="2147483494"/>
            <ac:spMk id="2" creationId="{7D191C9F-6716-4A26-AA46-9FE4162967AF}"/>
          </ac:spMkLst>
        </pc:spChg>
        <pc:spChg chg="mod">
          <ac:chgData name="Nellikotte, Vishnu Priya" userId="fea496c0-936e-45ef-943d-e2861ddcc4ed" providerId="ADAL" clId="{12C81B02-640B-4C53-8091-5F123D151428}" dt="2026-06-25T06:05:43.809" v="47" actId="20577"/>
          <ac:spMkLst>
            <pc:docMk/>
            <pc:sldMk cId="3953516816" sldId="2147483494"/>
            <ac:spMk id="12" creationId="{43EEA13D-A950-5FA9-E3E5-9083A7D5F767}"/>
          </ac:spMkLst>
        </pc:spChg>
        <pc:spChg chg="mod">
          <ac:chgData name="Nellikotte, Vishnu Priya" userId="fea496c0-936e-45ef-943d-e2861ddcc4ed" providerId="ADAL" clId="{12C81B02-640B-4C53-8091-5F123D151428}" dt="2026-06-25T06:06:00.125" v="57" actId="13926"/>
          <ac:spMkLst>
            <pc:docMk/>
            <pc:sldMk cId="3953516816" sldId="2147483494"/>
            <ac:spMk id="60" creationId="{52E824FD-F6DE-7E8F-3C60-8958740242D1}"/>
          </ac:spMkLst>
        </pc:spChg>
      </pc:sldChg>
      <pc:sldChg chg="modSp mod">
        <pc:chgData name="Nellikotte, Vishnu Priya" userId="fea496c0-936e-45ef-943d-e2861ddcc4ed" providerId="ADAL" clId="{12C81B02-640B-4C53-8091-5F123D151428}" dt="2026-06-25T06:06:18.064" v="69" actId="20577"/>
        <pc:sldMkLst>
          <pc:docMk/>
          <pc:sldMk cId="2461438463" sldId="2147483495"/>
        </pc:sldMkLst>
        <pc:spChg chg="mod">
          <ac:chgData name="Nellikotte, Vishnu Priya" userId="fea496c0-936e-45ef-943d-e2861ddcc4ed" providerId="ADAL" clId="{12C81B02-640B-4C53-8091-5F123D151428}" dt="2026-06-25T06:06:18.064" v="69" actId="20577"/>
          <ac:spMkLst>
            <pc:docMk/>
            <pc:sldMk cId="2461438463" sldId="2147483495"/>
            <ac:spMk id="2" creationId="{6879773D-545E-03CF-4477-488CA6E6D158}"/>
          </ac:spMkLst>
        </pc:spChg>
        <pc:spChg chg="mod">
          <ac:chgData name="Nellikotte, Vishnu Priya" userId="fea496c0-936e-45ef-943d-e2861ddcc4ed" providerId="ADAL" clId="{12C81B02-640B-4C53-8091-5F123D151428}" dt="2026-06-25T06:06:15.552" v="65" actId="20577"/>
          <ac:spMkLst>
            <pc:docMk/>
            <pc:sldMk cId="2461438463" sldId="2147483495"/>
            <ac:spMk id="12" creationId="{A657A0E9-D82F-F0EE-B33D-BED676CF7174}"/>
          </ac:spMkLst>
        </pc:spChg>
      </pc:sldChg>
      <pc:sldChg chg="addSp delSp modSp mod">
        <pc:chgData name="Nellikotte, Vishnu Priya" userId="fea496c0-936e-45ef-943d-e2861ddcc4ed" providerId="ADAL" clId="{12C81B02-640B-4C53-8091-5F123D151428}" dt="2026-06-25T05:56:09.745" v="17"/>
        <pc:sldMkLst>
          <pc:docMk/>
          <pc:sldMk cId="2938345697" sldId="2147483496"/>
        </pc:sldMkLst>
        <pc:spChg chg="mod">
          <ac:chgData name="Nellikotte, Vishnu Priya" userId="fea496c0-936e-45ef-943d-e2861ddcc4ed" providerId="ADAL" clId="{12C81B02-640B-4C53-8091-5F123D151428}" dt="2026-06-25T05:56:09.745" v="17"/>
          <ac:spMkLst>
            <pc:docMk/>
            <pc:sldMk cId="2938345697" sldId="2147483496"/>
            <ac:spMk id="7" creationId="{9254A6C6-1802-9DD1-2FEF-2C5AFF485352}"/>
          </ac:spMkLst>
        </pc:spChg>
        <pc:spChg chg="mod">
          <ac:chgData name="Nellikotte, Vishnu Priya" userId="fea496c0-936e-45ef-943d-e2861ddcc4ed" providerId="ADAL" clId="{12C81B02-640B-4C53-8091-5F123D151428}" dt="2026-06-25T05:55:18.690" v="10"/>
          <ac:spMkLst>
            <pc:docMk/>
            <pc:sldMk cId="2938345697" sldId="2147483496"/>
            <ac:spMk id="15" creationId="{291D7F14-7E3A-96B1-164C-DC5D89245002}"/>
          </ac:spMkLst>
        </pc:spChg>
        <pc:spChg chg="mod">
          <ac:chgData name="Nellikotte, Vishnu Priya" userId="fea496c0-936e-45ef-943d-e2861ddcc4ed" providerId="ADAL" clId="{12C81B02-640B-4C53-8091-5F123D151428}" dt="2026-06-25T05:55:18.690" v="10"/>
          <ac:spMkLst>
            <pc:docMk/>
            <pc:sldMk cId="2938345697" sldId="2147483496"/>
            <ac:spMk id="16" creationId="{55C9DCAE-A736-60B4-61A5-364701049C4D}"/>
          </ac:spMkLst>
        </pc:spChg>
        <pc:spChg chg="mod">
          <ac:chgData name="Nellikotte, Vishnu Priya" userId="fea496c0-936e-45ef-943d-e2861ddcc4ed" providerId="ADAL" clId="{12C81B02-640B-4C53-8091-5F123D151428}" dt="2026-06-25T05:55:18.690" v="10"/>
          <ac:spMkLst>
            <pc:docMk/>
            <pc:sldMk cId="2938345697" sldId="2147483496"/>
            <ac:spMk id="20" creationId="{2B4CF78B-96C1-14ED-BAE3-19C7A7AD8C46}"/>
          </ac:spMkLst>
        </pc:spChg>
        <pc:spChg chg="mod">
          <ac:chgData name="Nellikotte, Vishnu Priya" userId="fea496c0-936e-45ef-943d-e2861ddcc4ed" providerId="ADAL" clId="{12C81B02-640B-4C53-8091-5F123D151428}" dt="2026-06-25T05:55:18.690" v="10"/>
          <ac:spMkLst>
            <pc:docMk/>
            <pc:sldMk cId="2938345697" sldId="2147483496"/>
            <ac:spMk id="21" creationId="{CD9BCD51-F936-70B5-2A21-C315D4BEE46C}"/>
          </ac:spMkLst>
        </pc:spChg>
        <pc:spChg chg="mod">
          <ac:chgData name="Nellikotte, Vishnu Priya" userId="fea496c0-936e-45ef-943d-e2861ddcc4ed" providerId="ADAL" clId="{12C81B02-640B-4C53-8091-5F123D151428}" dt="2026-06-25T05:55:18.690" v="10"/>
          <ac:spMkLst>
            <pc:docMk/>
            <pc:sldMk cId="2938345697" sldId="2147483496"/>
            <ac:spMk id="24" creationId="{C99B90C8-2A76-C768-CA40-73B9C0C7C0FE}"/>
          </ac:spMkLst>
        </pc:spChg>
        <pc:spChg chg="mod">
          <ac:chgData name="Nellikotte, Vishnu Priya" userId="fea496c0-936e-45ef-943d-e2861ddcc4ed" providerId="ADAL" clId="{12C81B02-640B-4C53-8091-5F123D151428}" dt="2026-06-25T05:55:18.690" v="10"/>
          <ac:spMkLst>
            <pc:docMk/>
            <pc:sldMk cId="2938345697" sldId="2147483496"/>
            <ac:spMk id="25" creationId="{E1AFF1AA-C080-725F-372A-A90D797FE949}"/>
          </ac:spMkLst>
        </pc:spChg>
        <pc:spChg chg="mod">
          <ac:chgData name="Nellikotte, Vishnu Priya" userId="fea496c0-936e-45ef-943d-e2861ddcc4ed" providerId="ADAL" clId="{12C81B02-640B-4C53-8091-5F123D151428}" dt="2026-06-25T05:55:49.941" v="13"/>
          <ac:spMkLst>
            <pc:docMk/>
            <pc:sldMk cId="2938345697" sldId="2147483496"/>
            <ac:spMk id="27" creationId="{4452D848-E20C-822D-EA0F-892ADEA42339}"/>
          </ac:spMkLst>
        </pc:spChg>
        <pc:spChg chg="mod">
          <ac:chgData name="Nellikotte, Vishnu Priya" userId="fea496c0-936e-45ef-943d-e2861ddcc4ed" providerId="ADAL" clId="{12C81B02-640B-4C53-8091-5F123D151428}" dt="2026-06-25T05:55:55.129" v="15" actId="21"/>
          <ac:spMkLst>
            <pc:docMk/>
            <pc:sldMk cId="2938345697" sldId="2147483496"/>
            <ac:spMk id="28" creationId="{B25A9B36-B64F-EC70-7CEA-5DDB27DADD83}"/>
          </ac:spMkLst>
        </pc:spChg>
        <pc:spChg chg="mod">
          <ac:chgData name="Nellikotte, Vishnu Priya" userId="fea496c0-936e-45ef-943d-e2861ddcc4ed" providerId="ADAL" clId="{12C81B02-640B-4C53-8091-5F123D151428}" dt="2026-06-25T05:55:49.941" v="13"/>
          <ac:spMkLst>
            <pc:docMk/>
            <pc:sldMk cId="2938345697" sldId="2147483496"/>
            <ac:spMk id="31" creationId="{DA885ADE-201D-5728-E207-1D4D7CD37B98}"/>
          </ac:spMkLst>
        </pc:spChg>
        <pc:spChg chg="mod">
          <ac:chgData name="Nellikotte, Vishnu Priya" userId="fea496c0-936e-45ef-943d-e2861ddcc4ed" providerId="ADAL" clId="{12C81B02-640B-4C53-8091-5F123D151428}" dt="2026-06-25T05:55:49.941" v="13"/>
          <ac:spMkLst>
            <pc:docMk/>
            <pc:sldMk cId="2938345697" sldId="2147483496"/>
            <ac:spMk id="32" creationId="{02D38B82-78D6-30DB-0229-9C78AA00624E}"/>
          </ac:spMkLst>
        </pc:spChg>
        <pc:spChg chg="mod">
          <ac:chgData name="Nellikotte, Vishnu Priya" userId="fea496c0-936e-45ef-943d-e2861ddcc4ed" providerId="ADAL" clId="{12C81B02-640B-4C53-8091-5F123D151428}" dt="2026-06-25T05:55:49.941" v="13"/>
          <ac:spMkLst>
            <pc:docMk/>
            <pc:sldMk cId="2938345697" sldId="2147483496"/>
            <ac:spMk id="35" creationId="{31D47C80-6849-46BA-31D3-17381D3B4074}"/>
          </ac:spMkLst>
        </pc:spChg>
        <pc:spChg chg="mod">
          <ac:chgData name="Nellikotte, Vishnu Priya" userId="fea496c0-936e-45ef-943d-e2861ddcc4ed" providerId="ADAL" clId="{12C81B02-640B-4C53-8091-5F123D151428}" dt="2026-06-25T05:55:49.941" v="13"/>
          <ac:spMkLst>
            <pc:docMk/>
            <pc:sldMk cId="2938345697" sldId="2147483496"/>
            <ac:spMk id="36" creationId="{D840C0F9-DE20-38F5-570E-8D01E7D9FBF6}"/>
          </ac:spMkLst>
        </pc:spChg>
        <pc:spChg chg="mod">
          <ac:chgData name="Nellikotte, Vishnu Priya" userId="fea496c0-936e-45ef-943d-e2861ddcc4ed" providerId="ADAL" clId="{12C81B02-640B-4C53-8091-5F123D151428}" dt="2026-06-25T05:56:03.042" v="16"/>
          <ac:spMkLst>
            <pc:docMk/>
            <pc:sldMk cId="2938345697" sldId="2147483496"/>
            <ac:spMk id="39" creationId="{25FA9E00-A8C7-704F-381E-69DF7DC78607}"/>
          </ac:spMkLst>
        </pc:spChg>
        <pc:spChg chg="mod">
          <ac:chgData name="Nellikotte, Vishnu Priya" userId="fea496c0-936e-45ef-943d-e2861ddcc4ed" providerId="ADAL" clId="{12C81B02-640B-4C53-8091-5F123D151428}" dt="2026-06-25T05:56:03.042" v="16"/>
          <ac:spMkLst>
            <pc:docMk/>
            <pc:sldMk cId="2938345697" sldId="2147483496"/>
            <ac:spMk id="40" creationId="{18358284-1115-C881-4163-495BE359F876}"/>
          </ac:spMkLst>
        </pc:spChg>
        <pc:spChg chg="mod">
          <ac:chgData name="Nellikotte, Vishnu Priya" userId="fea496c0-936e-45ef-943d-e2861ddcc4ed" providerId="ADAL" clId="{12C81B02-640B-4C53-8091-5F123D151428}" dt="2026-06-25T05:56:03.042" v="16"/>
          <ac:spMkLst>
            <pc:docMk/>
            <pc:sldMk cId="2938345697" sldId="2147483496"/>
            <ac:spMk id="43" creationId="{113B9A24-918B-7C8A-C67C-627C6D338424}"/>
          </ac:spMkLst>
        </pc:spChg>
        <pc:spChg chg="mod">
          <ac:chgData name="Nellikotte, Vishnu Priya" userId="fea496c0-936e-45ef-943d-e2861ddcc4ed" providerId="ADAL" clId="{12C81B02-640B-4C53-8091-5F123D151428}" dt="2026-06-25T05:56:03.042" v="16"/>
          <ac:spMkLst>
            <pc:docMk/>
            <pc:sldMk cId="2938345697" sldId="2147483496"/>
            <ac:spMk id="44" creationId="{7EC5F083-C87D-3E8A-9899-35DC77B943C9}"/>
          </ac:spMkLst>
        </pc:spChg>
        <pc:grpChg chg="add del">
          <ac:chgData name="Nellikotte, Vishnu Priya" userId="fea496c0-936e-45ef-943d-e2861ddcc4ed" providerId="ADAL" clId="{12C81B02-640B-4C53-8091-5F123D151428}" dt="2026-06-25T05:55:44.257" v="12" actId="478"/>
          <ac:grpSpMkLst>
            <pc:docMk/>
            <pc:sldMk cId="2938345697" sldId="2147483496"/>
            <ac:grpSpMk id="3" creationId="{14B3ADDE-C486-9D35-2409-0609955004DD}"/>
          </ac:grpSpMkLst>
        </pc:grpChg>
        <pc:grpChg chg="add del">
          <ac:chgData name="Nellikotte, Vishnu Priya" userId="fea496c0-936e-45ef-943d-e2861ddcc4ed" providerId="ADAL" clId="{12C81B02-640B-4C53-8091-5F123D151428}" dt="2026-06-25T05:55:44.257" v="12" actId="478"/>
          <ac:grpSpMkLst>
            <pc:docMk/>
            <pc:sldMk cId="2938345697" sldId="2147483496"/>
            <ac:grpSpMk id="5" creationId="{F4CF3E0F-C9E3-D6F8-7324-A0523E15E080}"/>
          </ac:grpSpMkLst>
        </pc:grpChg>
        <pc:grpChg chg="add mod">
          <ac:chgData name="Nellikotte, Vishnu Priya" userId="fea496c0-936e-45ef-943d-e2861ddcc4ed" providerId="ADAL" clId="{12C81B02-640B-4C53-8091-5F123D151428}" dt="2026-06-25T05:55:18.690" v="10"/>
          <ac:grpSpMkLst>
            <pc:docMk/>
            <pc:sldMk cId="2938345697" sldId="2147483496"/>
            <ac:grpSpMk id="14" creationId="{61F7635B-0EA2-63DE-E12C-4AA7DFF5E003}"/>
          </ac:grpSpMkLst>
        </pc:grpChg>
        <pc:grpChg chg="add del">
          <ac:chgData name="Nellikotte, Vishnu Priya" userId="fea496c0-936e-45ef-943d-e2861ddcc4ed" providerId="ADAL" clId="{12C81B02-640B-4C53-8091-5F123D151428}" dt="2026-06-25T05:55:25.707" v="11" actId="478"/>
          <ac:grpSpMkLst>
            <pc:docMk/>
            <pc:sldMk cId="2938345697" sldId="2147483496"/>
            <ac:grpSpMk id="17" creationId="{94C1939B-B699-74C3-0CF1-624E2931A795}"/>
          </ac:grpSpMkLst>
        </pc:grpChg>
        <pc:grpChg chg="add mod">
          <ac:chgData name="Nellikotte, Vishnu Priya" userId="fea496c0-936e-45ef-943d-e2861ddcc4ed" providerId="ADAL" clId="{12C81B02-640B-4C53-8091-5F123D151428}" dt="2026-06-25T05:55:18.690" v="10"/>
          <ac:grpSpMkLst>
            <pc:docMk/>
            <pc:sldMk cId="2938345697" sldId="2147483496"/>
            <ac:grpSpMk id="18" creationId="{247B3D19-3E03-B9F7-BB35-DBEDDCD3A953}"/>
          </ac:grpSpMkLst>
        </pc:grpChg>
        <pc:grpChg chg="add mod">
          <ac:chgData name="Nellikotte, Vishnu Priya" userId="fea496c0-936e-45ef-943d-e2861ddcc4ed" providerId="ADAL" clId="{12C81B02-640B-4C53-8091-5F123D151428}" dt="2026-06-25T05:55:18.690" v="10"/>
          <ac:grpSpMkLst>
            <pc:docMk/>
            <pc:sldMk cId="2938345697" sldId="2147483496"/>
            <ac:grpSpMk id="22" creationId="{03A93D4B-BB21-74AF-9D80-707D4BC65FB1}"/>
          </ac:grpSpMkLst>
        </pc:grpChg>
        <pc:grpChg chg="add mod">
          <ac:chgData name="Nellikotte, Vishnu Priya" userId="fea496c0-936e-45ef-943d-e2861ddcc4ed" providerId="ADAL" clId="{12C81B02-640B-4C53-8091-5F123D151428}" dt="2026-06-25T05:55:49.941" v="13"/>
          <ac:grpSpMkLst>
            <pc:docMk/>
            <pc:sldMk cId="2938345697" sldId="2147483496"/>
            <ac:grpSpMk id="26" creationId="{4723900E-5BE6-B278-9509-381B38A16172}"/>
          </ac:grpSpMkLst>
        </pc:grpChg>
        <pc:grpChg chg="add mod">
          <ac:chgData name="Nellikotte, Vishnu Priya" userId="fea496c0-936e-45ef-943d-e2861ddcc4ed" providerId="ADAL" clId="{12C81B02-640B-4C53-8091-5F123D151428}" dt="2026-06-25T05:55:49.941" v="13"/>
          <ac:grpSpMkLst>
            <pc:docMk/>
            <pc:sldMk cId="2938345697" sldId="2147483496"/>
            <ac:grpSpMk id="29" creationId="{EE0311D4-BB33-44EC-45D3-963AC5BF8D77}"/>
          </ac:grpSpMkLst>
        </pc:grpChg>
        <pc:grpChg chg="add mod">
          <ac:chgData name="Nellikotte, Vishnu Priya" userId="fea496c0-936e-45ef-943d-e2861ddcc4ed" providerId="ADAL" clId="{12C81B02-640B-4C53-8091-5F123D151428}" dt="2026-06-25T05:55:49.941" v="13"/>
          <ac:grpSpMkLst>
            <pc:docMk/>
            <pc:sldMk cId="2938345697" sldId="2147483496"/>
            <ac:grpSpMk id="33" creationId="{8EB93FDF-2D2D-DCF2-2537-922EE4993225}"/>
          </ac:grpSpMkLst>
        </pc:grpChg>
        <pc:grpChg chg="add mod">
          <ac:chgData name="Nellikotte, Vishnu Priya" userId="fea496c0-936e-45ef-943d-e2861ddcc4ed" providerId="ADAL" clId="{12C81B02-640B-4C53-8091-5F123D151428}" dt="2026-06-25T05:56:03.042" v="16"/>
          <ac:grpSpMkLst>
            <pc:docMk/>
            <pc:sldMk cId="2938345697" sldId="2147483496"/>
            <ac:grpSpMk id="37" creationId="{87EF809E-0CF7-2E77-4685-6D32D6F55698}"/>
          </ac:grpSpMkLst>
        </pc:grpChg>
        <pc:grpChg chg="add mod">
          <ac:chgData name="Nellikotte, Vishnu Priya" userId="fea496c0-936e-45ef-943d-e2861ddcc4ed" providerId="ADAL" clId="{12C81B02-640B-4C53-8091-5F123D151428}" dt="2026-06-25T05:56:03.042" v="16"/>
          <ac:grpSpMkLst>
            <pc:docMk/>
            <pc:sldMk cId="2938345697" sldId="2147483496"/>
            <ac:grpSpMk id="41" creationId="{C996581D-9E51-7A15-6BA0-607EC99F2E09}"/>
          </ac:grpSpMkLst>
        </pc:grpChg>
        <pc:cxnChg chg="mod">
          <ac:chgData name="Nellikotte, Vishnu Priya" userId="fea496c0-936e-45ef-943d-e2861ddcc4ed" providerId="ADAL" clId="{12C81B02-640B-4C53-8091-5F123D151428}" dt="2026-06-25T05:55:18.690" v="10"/>
          <ac:cxnSpMkLst>
            <pc:docMk/>
            <pc:sldMk cId="2938345697" sldId="2147483496"/>
            <ac:cxnSpMk id="19" creationId="{DA331A67-D25D-E195-DB94-DAA3F191D5D4}"/>
          </ac:cxnSpMkLst>
        </pc:cxnChg>
        <pc:cxnChg chg="mod">
          <ac:chgData name="Nellikotte, Vishnu Priya" userId="fea496c0-936e-45ef-943d-e2861ddcc4ed" providerId="ADAL" clId="{12C81B02-640B-4C53-8091-5F123D151428}" dt="2026-06-25T05:55:49.941" v="13"/>
          <ac:cxnSpMkLst>
            <pc:docMk/>
            <pc:sldMk cId="2938345697" sldId="2147483496"/>
            <ac:cxnSpMk id="34" creationId="{71827FC5-5061-7D01-8220-2DC30A790777}"/>
          </ac:cxnSpMkLst>
        </pc:cxnChg>
        <pc:cxnChg chg="mod">
          <ac:chgData name="Nellikotte, Vishnu Priya" userId="fea496c0-936e-45ef-943d-e2861ddcc4ed" providerId="ADAL" clId="{12C81B02-640B-4C53-8091-5F123D151428}" dt="2026-06-25T05:56:03.042" v="16"/>
          <ac:cxnSpMkLst>
            <pc:docMk/>
            <pc:sldMk cId="2938345697" sldId="2147483496"/>
            <ac:cxnSpMk id="38" creationId="{09948EC3-F69C-FCDC-DE4E-8D2FB2FCDD70}"/>
          </ac:cxnSpMkLst>
        </pc:cxnChg>
        <pc:cxnChg chg="mod">
          <ac:chgData name="Nellikotte, Vishnu Priya" userId="fea496c0-936e-45ef-943d-e2861ddcc4ed" providerId="ADAL" clId="{12C81B02-640B-4C53-8091-5F123D151428}" dt="2026-06-25T05:56:03.042" v="16"/>
          <ac:cxnSpMkLst>
            <pc:docMk/>
            <pc:sldMk cId="2938345697" sldId="2147483496"/>
            <ac:cxnSpMk id="42" creationId="{B7B0E63A-D6F2-2276-10EC-94555C503B49}"/>
          </ac:cxnSpMkLst>
        </pc:cxnChg>
      </pc:sldChg>
      <pc:sldChg chg="addSp delSp modSp mod">
        <pc:chgData name="Nellikotte, Vishnu Priya" userId="fea496c0-936e-45ef-943d-e2861ddcc4ed" providerId="ADAL" clId="{12C81B02-640B-4C53-8091-5F123D151428}" dt="2026-06-25T06:00:21.576" v="20"/>
        <pc:sldMkLst>
          <pc:docMk/>
          <pc:sldMk cId="3058343622" sldId="2147483497"/>
        </pc:sldMkLst>
        <pc:spChg chg="mod">
          <ac:chgData name="Nellikotte, Vishnu Priya" userId="fea496c0-936e-45ef-943d-e2861ddcc4ed" providerId="ADAL" clId="{12C81B02-640B-4C53-8091-5F123D151428}" dt="2026-06-25T06:00:21.576" v="20"/>
          <ac:spMkLst>
            <pc:docMk/>
            <pc:sldMk cId="3058343622" sldId="2147483497"/>
            <ac:spMk id="10" creationId="{FDD503B4-B16D-E749-C7DD-B48DC1356E65}"/>
          </ac:spMkLst>
        </pc:spChg>
        <pc:spChg chg="mod">
          <ac:chgData name="Nellikotte, Vishnu Priya" userId="fea496c0-936e-45ef-943d-e2861ddcc4ed" providerId="ADAL" clId="{12C81B02-640B-4C53-8091-5F123D151428}" dt="2026-06-25T05:56:43.751" v="19"/>
          <ac:spMkLst>
            <pc:docMk/>
            <pc:sldMk cId="3058343622" sldId="2147483497"/>
            <ac:spMk id="15" creationId="{1B7AA177-C712-5CE4-9B3E-711C775424EB}"/>
          </ac:spMkLst>
        </pc:spChg>
        <pc:spChg chg="mod">
          <ac:chgData name="Nellikotte, Vishnu Priya" userId="fea496c0-936e-45ef-943d-e2861ddcc4ed" providerId="ADAL" clId="{12C81B02-640B-4C53-8091-5F123D151428}" dt="2026-06-25T05:56:43.751" v="19"/>
          <ac:spMkLst>
            <pc:docMk/>
            <pc:sldMk cId="3058343622" sldId="2147483497"/>
            <ac:spMk id="16" creationId="{DC98E403-C2A3-BA5A-5DF2-0C4E35AD6918}"/>
          </ac:spMkLst>
        </pc:spChg>
        <pc:spChg chg="mod">
          <ac:chgData name="Nellikotte, Vishnu Priya" userId="fea496c0-936e-45ef-943d-e2861ddcc4ed" providerId="ADAL" clId="{12C81B02-640B-4C53-8091-5F123D151428}" dt="2026-06-25T05:56:43.751" v="19"/>
          <ac:spMkLst>
            <pc:docMk/>
            <pc:sldMk cId="3058343622" sldId="2147483497"/>
            <ac:spMk id="20" creationId="{7F585AC9-076F-DA14-458D-C7D4B3D8473B}"/>
          </ac:spMkLst>
        </pc:spChg>
        <pc:spChg chg="mod">
          <ac:chgData name="Nellikotte, Vishnu Priya" userId="fea496c0-936e-45ef-943d-e2861ddcc4ed" providerId="ADAL" clId="{12C81B02-640B-4C53-8091-5F123D151428}" dt="2026-06-25T05:56:43.751" v="19"/>
          <ac:spMkLst>
            <pc:docMk/>
            <pc:sldMk cId="3058343622" sldId="2147483497"/>
            <ac:spMk id="21" creationId="{DAFD34D0-8CA7-B99E-6CD0-D07B3682317B}"/>
          </ac:spMkLst>
        </pc:spChg>
        <pc:grpChg chg="del">
          <ac:chgData name="Nellikotte, Vishnu Priya" userId="fea496c0-936e-45ef-943d-e2861ddcc4ed" providerId="ADAL" clId="{12C81B02-640B-4C53-8091-5F123D151428}" dt="2026-06-25T05:56:31.757" v="18" actId="478"/>
          <ac:grpSpMkLst>
            <pc:docMk/>
            <pc:sldMk cId="3058343622" sldId="2147483497"/>
            <ac:grpSpMk id="3" creationId="{DA2DD677-E028-3A37-D4CE-669BCB1AE895}"/>
          </ac:grpSpMkLst>
        </pc:grpChg>
        <pc:grpChg chg="add mod">
          <ac:chgData name="Nellikotte, Vishnu Priya" userId="fea496c0-936e-45ef-943d-e2861ddcc4ed" providerId="ADAL" clId="{12C81B02-640B-4C53-8091-5F123D151428}" dt="2026-06-25T05:56:43.751" v="19"/>
          <ac:grpSpMkLst>
            <pc:docMk/>
            <pc:sldMk cId="3058343622" sldId="2147483497"/>
            <ac:grpSpMk id="14" creationId="{B593FFA9-557B-3F9E-F9D2-CE7A8D5F5419}"/>
          </ac:grpSpMkLst>
        </pc:grpChg>
        <pc:grpChg chg="del">
          <ac:chgData name="Nellikotte, Vishnu Priya" userId="fea496c0-936e-45ef-943d-e2861ddcc4ed" providerId="ADAL" clId="{12C81B02-640B-4C53-8091-5F123D151428}" dt="2026-06-25T05:56:31.757" v="18" actId="478"/>
          <ac:grpSpMkLst>
            <pc:docMk/>
            <pc:sldMk cId="3058343622" sldId="2147483497"/>
            <ac:grpSpMk id="17" creationId="{EB09946A-B82B-3456-9FD8-B4E086E3A4AF}"/>
          </ac:grpSpMkLst>
        </pc:grpChg>
        <pc:grpChg chg="add mod">
          <ac:chgData name="Nellikotte, Vishnu Priya" userId="fea496c0-936e-45ef-943d-e2861ddcc4ed" providerId="ADAL" clId="{12C81B02-640B-4C53-8091-5F123D151428}" dt="2026-06-25T05:56:43.751" v="19"/>
          <ac:grpSpMkLst>
            <pc:docMk/>
            <pc:sldMk cId="3058343622" sldId="2147483497"/>
            <ac:grpSpMk id="18" creationId="{3D37A453-11B8-B4B7-3A53-0D038F651D21}"/>
          </ac:grpSpMkLst>
        </pc:grpChg>
        <pc:cxnChg chg="mod">
          <ac:chgData name="Nellikotte, Vishnu Priya" userId="fea496c0-936e-45ef-943d-e2861ddcc4ed" providerId="ADAL" clId="{12C81B02-640B-4C53-8091-5F123D151428}" dt="2026-06-25T05:56:43.751" v="19"/>
          <ac:cxnSpMkLst>
            <pc:docMk/>
            <pc:sldMk cId="3058343622" sldId="2147483497"/>
            <ac:cxnSpMk id="19" creationId="{63D90534-99B0-782A-0B3A-A3688604CFF2}"/>
          </ac:cxnSpMkLst>
        </pc:cxnChg>
      </pc:sldChg>
      <pc:sldChg chg="addSp delSp modSp mod">
        <pc:chgData name="Nellikotte, Vishnu Priya" userId="fea496c0-936e-45ef-943d-e2861ddcc4ed" providerId="ADAL" clId="{12C81B02-640B-4C53-8091-5F123D151428}" dt="2026-06-25T06:00:37.618" v="22"/>
        <pc:sldMkLst>
          <pc:docMk/>
          <pc:sldMk cId="1887978374" sldId="2147483498"/>
        </pc:sldMkLst>
        <pc:spChg chg="mod">
          <ac:chgData name="Nellikotte, Vishnu Priya" userId="fea496c0-936e-45ef-943d-e2861ddcc4ed" providerId="ADAL" clId="{12C81B02-640B-4C53-8091-5F123D151428}" dt="2026-06-25T06:00:37.618" v="22"/>
          <ac:spMkLst>
            <pc:docMk/>
            <pc:sldMk cId="1887978374" sldId="2147483498"/>
            <ac:spMk id="15" creationId="{4CFD2DDF-CF97-A257-32E8-ED383DF7ED48}"/>
          </ac:spMkLst>
        </pc:spChg>
        <pc:spChg chg="mod">
          <ac:chgData name="Nellikotte, Vishnu Priya" userId="fea496c0-936e-45ef-943d-e2861ddcc4ed" providerId="ADAL" clId="{12C81B02-640B-4C53-8091-5F123D151428}" dt="2026-06-25T06:00:37.618" v="22"/>
          <ac:spMkLst>
            <pc:docMk/>
            <pc:sldMk cId="1887978374" sldId="2147483498"/>
            <ac:spMk id="16" creationId="{A1D7633D-DF5F-8043-A8DD-2D2E91F7EF69}"/>
          </ac:spMkLst>
        </pc:spChg>
        <pc:spChg chg="mod">
          <ac:chgData name="Nellikotte, Vishnu Priya" userId="fea496c0-936e-45ef-943d-e2861ddcc4ed" providerId="ADAL" clId="{12C81B02-640B-4C53-8091-5F123D151428}" dt="2026-06-25T06:00:37.618" v="22"/>
          <ac:spMkLst>
            <pc:docMk/>
            <pc:sldMk cId="1887978374" sldId="2147483498"/>
            <ac:spMk id="20" creationId="{39F6E759-9D73-5737-9BE6-5E345182CB67}"/>
          </ac:spMkLst>
        </pc:spChg>
        <pc:spChg chg="mod">
          <ac:chgData name="Nellikotte, Vishnu Priya" userId="fea496c0-936e-45ef-943d-e2861ddcc4ed" providerId="ADAL" clId="{12C81B02-640B-4C53-8091-5F123D151428}" dt="2026-06-25T06:00:37.618" v="22"/>
          <ac:spMkLst>
            <pc:docMk/>
            <pc:sldMk cId="1887978374" sldId="2147483498"/>
            <ac:spMk id="21" creationId="{4440C371-0AC1-4722-D8E7-9AA9F37D0E78}"/>
          </ac:spMkLst>
        </pc:spChg>
        <pc:grpChg chg="del">
          <ac:chgData name="Nellikotte, Vishnu Priya" userId="fea496c0-936e-45ef-943d-e2861ddcc4ed" providerId="ADAL" clId="{12C81B02-640B-4C53-8091-5F123D151428}" dt="2026-06-25T06:00:36.823" v="21" actId="478"/>
          <ac:grpSpMkLst>
            <pc:docMk/>
            <pc:sldMk cId="1887978374" sldId="2147483498"/>
            <ac:grpSpMk id="5" creationId="{87BB79D9-1ACD-35BA-8688-A3E90281D565}"/>
          </ac:grpSpMkLst>
        </pc:grpChg>
        <pc:grpChg chg="add mod">
          <ac:chgData name="Nellikotte, Vishnu Priya" userId="fea496c0-936e-45ef-943d-e2861ddcc4ed" providerId="ADAL" clId="{12C81B02-640B-4C53-8091-5F123D151428}" dt="2026-06-25T06:00:37.618" v="22"/>
          <ac:grpSpMkLst>
            <pc:docMk/>
            <pc:sldMk cId="1887978374" sldId="2147483498"/>
            <ac:grpSpMk id="14" creationId="{597E1DA6-D0EE-6800-6682-9F3347953E98}"/>
          </ac:grpSpMkLst>
        </pc:grpChg>
        <pc:grpChg chg="del">
          <ac:chgData name="Nellikotte, Vishnu Priya" userId="fea496c0-936e-45ef-943d-e2861ddcc4ed" providerId="ADAL" clId="{12C81B02-640B-4C53-8091-5F123D151428}" dt="2026-06-25T06:00:36.823" v="21" actId="478"/>
          <ac:grpSpMkLst>
            <pc:docMk/>
            <pc:sldMk cId="1887978374" sldId="2147483498"/>
            <ac:grpSpMk id="17" creationId="{7695693C-CF8F-4823-E878-B56C2C5EE17A}"/>
          </ac:grpSpMkLst>
        </pc:grpChg>
        <pc:grpChg chg="add mod">
          <ac:chgData name="Nellikotte, Vishnu Priya" userId="fea496c0-936e-45ef-943d-e2861ddcc4ed" providerId="ADAL" clId="{12C81B02-640B-4C53-8091-5F123D151428}" dt="2026-06-25T06:00:37.618" v="22"/>
          <ac:grpSpMkLst>
            <pc:docMk/>
            <pc:sldMk cId="1887978374" sldId="2147483498"/>
            <ac:grpSpMk id="18" creationId="{521BF0AA-554F-2B81-073E-44138BAA367F}"/>
          </ac:grpSpMkLst>
        </pc:grpChg>
        <pc:cxnChg chg="mod">
          <ac:chgData name="Nellikotte, Vishnu Priya" userId="fea496c0-936e-45ef-943d-e2861ddcc4ed" providerId="ADAL" clId="{12C81B02-640B-4C53-8091-5F123D151428}" dt="2026-06-25T06:00:37.618" v="22"/>
          <ac:cxnSpMkLst>
            <pc:docMk/>
            <pc:sldMk cId="1887978374" sldId="2147483498"/>
            <ac:cxnSpMk id="19" creationId="{9B7278B6-F1FF-6904-58E3-86B6A8E8AB28}"/>
          </ac:cxnSpMkLst>
        </pc:cxnChg>
      </pc:sldChg>
      <pc:sldChg chg="modSp mod modCm">
        <pc:chgData name="Nellikotte, Vishnu Priya" userId="fea496c0-936e-45ef-943d-e2861ddcc4ed" providerId="ADAL" clId="{12C81B02-640B-4C53-8091-5F123D151428}" dt="2026-06-25T06:06:50.940" v="76" actId="13926"/>
        <pc:sldMkLst>
          <pc:docMk/>
          <pc:sldMk cId="460498788" sldId="2147483499"/>
        </pc:sldMkLst>
        <pc:spChg chg="mod">
          <ac:chgData name="Nellikotte, Vishnu Priya" userId="fea496c0-936e-45ef-943d-e2861ddcc4ed" providerId="ADAL" clId="{12C81B02-640B-4C53-8091-5F123D151428}" dt="2026-06-25T06:06:50.940" v="76" actId="13926"/>
          <ac:spMkLst>
            <pc:docMk/>
            <pc:sldMk cId="460498788" sldId="2147483499"/>
            <ac:spMk id="75" creationId="{5B728DF9-1EE8-B0BB-D0C0-CB4F11F8EA2E}"/>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6:06:42.419" v="74" actId="6549"/>
              <pc2:cmMkLst xmlns:pc2="http://schemas.microsoft.com/office/powerpoint/2019/9/main/command">
                <pc:docMk/>
                <pc:sldMk cId="460498788" sldId="2147483499"/>
                <pc2:cmMk id="{75B826ED-0511-4C7E-8850-4D94F517B2A1}"/>
              </pc2:cmMkLst>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dirty="0">
                <a:ea typeface="Segoe UI" pitchFamily="34" charset="0"/>
              </a:rPr>
              <a:t>© Advanced Micro Devices, Inc. All rights reserved. Confidential – Not for distribution.</a:t>
            </a: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6/26/2026 4:23 PM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dirty="0">
                <a:ea typeface="Segoe UI" pitchFamily="34" charset="0"/>
              </a:rPr>
              <a:t>© Advanced Micro Devices, Inc. All rights reserved. Confidential – Not for distribution.</a:t>
            </a: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6/26/2026 4:23 PM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dirty="0"/>
              <a:t>Welcome everyone. </a:t>
            </a:r>
            <a:endParaRPr lang="en-US" dirty="0"/>
          </a:p>
          <a:p>
            <a:endParaRPr lang="en-US" dirty="0"/>
          </a:p>
          <a:p>
            <a:r>
              <a:rPr dirty="0"/>
              <a:t>Today we're introducing the AMD Vivado AI Assistant—a major step forward in how engineers interact with Vivado </a:t>
            </a:r>
            <a:r>
              <a:rPr lang="en-US" dirty="0"/>
              <a:t>tool </a:t>
            </a:r>
            <a:r>
              <a:rPr dirty="0"/>
              <a:t>and AMD documentation. This is launching as an Early Access program in 2026.1, and we're excited to walk you through what we've built.</a:t>
            </a:r>
          </a:p>
        </p:txBody>
      </p:sp>
      <p:sp>
        <p:nvSpPr>
          <p:cNvPr id="5" name="Slide Number Placeholder 4"/>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38595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Let's quickly walk through today's agenda. We'll start with an overview of the Vivado AI Assistant—what it is and why we built it. </a:t>
            </a:r>
            <a:endParaRPr lang="en-US" dirty="0"/>
          </a:p>
          <a:p>
            <a:endParaRPr lang="en-US" dirty="0"/>
          </a:p>
          <a:p>
            <a:r>
              <a:rPr dirty="0"/>
              <a:t>Then we'll cover real-world impact from field engineers already using it, followed by the technology architecture, the knowledge base, the MCP server capabilities, and finally how to get access.</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5B930-299F-5908-0768-FDB57FF56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0CAE6-117D-C682-FD7A-1C2E52CE17B3}"/>
              </a:ext>
            </a:extLst>
          </p:cNvPr>
          <p:cNvSpPr>
            <a:spLocks noGrp="1" noRot="1" noChangeAspect="1"/>
          </p:cNvSpPr>
          <p:nvPr>
            <p:ph type="sldImg" idx="2"/>
          </p:nvPr>
        </p:nvSpPr>
        <p:spPr/>
        <p:txBody>
          <a:bodyPr/>
          <a:lstStyle/>
          <a:p>
            <a:endParaRPr lang="en-US" dirty="0"/>
          </a:p>
        </p:txBody>
      </p:sp>
      <p:sp>
        <p:nvSpPr>
          <p:cNvPr id="3" name="Notes Placeholder 2">
            <a:extLst>
              <a:ext uri="{FF2B5EF4-FFF2-40B4-BE49-F238E27FC236}">
                <a16:creationId xmlns:a16="http://schemas.microsoft.com/office/drawing/2014/main" id="{FD330244-9CAF-9913-5463-21D30DD6713C}"/>
              </a:ext>
            </a:extLst>
          </p:cNvPr>
          <p:cNvSpPr>
            <a:spLocks noGrp="1"/>
          </p:cNvSpPr>
          <p:nvPr>
            <p:ph type="body" sz="quarter" idx="3"/>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Let’s start with the first topic—what the Vivado AI Assistant is and why it matters.</a:t>
            </a:r>
          </a:p>
          <a:p>
            <a:endParaRPr dirty="0"/>
          </a:p>
        </p:txBody>
      </p:sp>
      <p:sp>
        <p:nvSpPr>
          <p:cNvPr id="4" name="Slide Number Placeholder 3">
            <a:extLst>
              <a:ext uri="{FF2B5EF4-FFF2-40B4-BE49-F238E27FC236}">
                <a16:creationId xmlns:a16="http://schemas.microsoft.com/office/drawing/2014/main" id="{463DA8D5-6ECA-2C42-8E52-01AC687CA4F4}"/>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79823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dirty="0"/>
              <a:t>At its core, the Vivado AI Assistant lets you tell </a:t>
            </a:r>
            <a:r>
              <a:rPr lang="en-US" dirty="0"/>
              <a:t>the </a:t>
            </a:r>
            <a:r>
              <a:rPr dirty="0"/>
              <a:t>Vivado </a:t>
            </a:r>
            <a:r>
              <a:rPr lang="en-US" dirty="0"/>
              <a:t>tool </a:t>
            </a:r>
            <a:r>
              <a:rPr dirty="0"/>
              <a:t>what to do—in plain English. There are three ways to use it. </a:t>
            </a:r>
            <a:endParaRPr lang="en-US" dirty="0"/>
          </a:p>
          <a:p>
            <a:endParaRPr lang="en-US" dirty="0"/>
          </a:p>
          <a:p>
            <a:r>
              <a:rPr dirty="0"/>
              <a:t>First, you can search AMD documentation without even having </a:t>
            </a:r>
            <a:r>
              <a:rPr lang="en-US" dirty="0"/>
              <a:t>the </a:t>
            </a:r>
            <a:r>
              <a:rPr dirty="0"/>
              <a:t>Vivado</a:t>
            </a:r>
            <a:r>
              <a:rPr lang="en-US" dirty="0"/>
              <a:t> tool</a:t>
            </a:r>
            <a:r>
              <a:rPr dirty="0"/>
              <a:t> installed—just ask questions and get expert answers grounded in over 500 user guides and application notes. </a:t>
            </a:r>
            <a:endParaRPr lang="en-US" dirty="0"/>
          </a:p>
        </p:txBody>
      </p:sp>
      <p:sp>
        <p:nvSpPr>
          <p:cNvPr id="5" name="Slide Number Placeholder 4"/>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327010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2A9F9-79E3-81B1-6306-30BA69384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DAC33-CDD0-E1F7-BA68-75062AD952F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0E58EBC-0459-23D6-CF6D-5AB0F16FDC04}"/>
              </a:ext>
            </a:extLst>
          </p:cNvPr>
          <p:cNvSpPr>
            <a:spLocks noGrp="1"/>
          </p:cNvSpPr>
          <p:nvPr>
            <p:ph type="body" idx="1"/>
          </p:nvPr>
        </p:nvSpPr>
        <p:spPr/>
        <p:txBody>
          <a:bodyPr/>
          <a:lstStyle/>
          <a:p>
            <a:r>
              <a:rPr dirty="0"/>
              <a:t>Second, you can connect to a live Vivado </a:t>
            </a:r>
            <a:r>
              <a:rPr lang="en-US" dirty="0"/>
              <a:t>IDE </a:t>
            </a:r>
            <a:r>
              <a:rPr dirty="0"/>
              <a:t>session and drive it conversationally—open projects, check utilization, read timing reports, all without memorizing </a:t>
            </a:r>
            <a:r>
              <a:rPr dirty="0" err="1"/>
              <a:t>T</a:t>
            </a:r>
            <a:r>
              <a:rPr lang="en-US" dirty="0" err="1"/>
              <a:t>cl</a:t>
            </a:r>
            <a:r>
              <a:rPr dirty="0"/>
              <a:t> syntax. </a:t>
            </a:r>
            <a:endParaRPr lang="en-US" dirty="0"/>
          </a:p>
        </p:txBody>
      </p:sp>
      <p:sp>
        <p:nvSpPr>
          <p:cNvPr id="5" name="Slide Number Placeholder 4">
            <a:extLst>
              <a:ext uri="{FF2B5EF4-FFF2-40B4-BE49-F238E27FC236}">
                <a16:creationId xmlns:a16="http://schemas.microsoft.com/office/drawing/2014/main" id="{A0438C92-577E-B4A2-BB83-3211FDB9C251}"/>
              </a:ext>
            </a:extLst>
          </p:cNvPr>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683362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02DD2-3D0A-FB75-6836-110C8A773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6A2E6-EFAB-B568-52C4-05FE6E26717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6639436-A91C-3841-E1A9-87CB657AE224}"/>
              </a:ext>
            </a:extLst>
          </p:cNvPr>
          <p:cNvSpPr>
            <a:spLocks noGrp="1"/>
          </p:cNvSpPr>
          <p:nvPr>
            <p:ph type="body" idx="1"/>
          </p:nvPr>
        </p:nvSpPr>
        <p:spPr/>
        <p:txBody>
          <a:bodyPr/>
          <a:lstStyle/>
          <a:p>
            <a:r>
              <a:rPr dirty="0"/>
              <a:t>Third, you can run </a:t>
            </a:r>
            <a:r>
              <a:rPr lang="en-US" dirty="0"/>
              <a:t>s</a:t>
            </a:r>
            <a:r>
              <a:rPr dirty="0"/>
              <a:t>kills-</a:t>
            </a:r>
            <a:r>
              <a:rPr lang="en-US" dirty="0"/>
              <a:t>d</a:t>
            </a:r>
            <a:r>
              <a:rPr dirty="0"/>
              <a:t>riven </a:t>
            </a:r>
            <a:r>
              <a:rPr lang="en-US" dirty="0"/>
              <a:t>w</a:t>
            </a:r>
            <a:r>
              <a:rPr dirty="0"/>
              <a:t>orkflows—expert-authored markdown files that encode FPGA methodology so the agent follows a proven set of steps</a:t>
            </a:r>
            <a:r>
              <a:rPr lang="en-US" dirty="0"/>
              <a:t>,</a:t>
            </a:r>
            <a:r>
              <a:rPr dirty="0"/>
              <a:t> like a senior engineer would.</a:t>
            </a:r>
          </a:p>
        </p:txBody>
      </p:sp>
      <p:sp>
        <p:nvSpPr>
          <p:cNvPr id="5" name="Slide Number Placeholder 4">
            <a:extLst>
              <a:ext uri="{FF2B5EF4-FFF2-40B4-BE49-F238E27FC236}">
                <a16:creationId xmlns:a16="http://schemas.microsoft.com/office/drawing/2014/main" id="{DCD2A4D2-4EB8-3210-14DB-32EEF4A3DFF2}"/>
              </a:ext>
            </a:extLst>
          </p:cNvPr>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604252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that you’ve seen what the assistant can do, let’s look at the real impact it’s already delivering in practice, with examples coming directly from field engineers who have been getting hands-on with early versions of the tool.</a:t>
            </a:r>
            <a:endParaRPr lang="en-US" dirty="0"/>
          </a:p>
          <a:p>
            <a:endParaRPr lang="en-US" dirty="0"/>
          </a:p>
          <a:p>
            <a:r>
              <a:rPr dirty="0"/>
              <a:t>On the design creation side, engineers have generated full Versal Gen 2 NoC test designs from a single prompt—including traffic generators, NMU and NSU blocks, and memory responders. One engineer solved an urgent customer query on a Saturday in under two hours. </a:t>
            </a:r>
            <a:endParaRPr lang="en-US" dirty="0"/>
          </a:p>
          <a:p>
            <a:endParaRPr lang="en-US" dirty="0"/>
          </a:p>
          <a:p>
            <a:r>
              <a:rPr dirty="0"/>
              <a:t>For timing closure, a single command drove the agent to iterate until WNS went above zero. One design went from TNS of minus 260 to minus 9 in just </a:t>
            </a:r>
            <a:r>
              <a:rPr lang="en-US" dirty="0"/>
              <a:t>five</a:t>
            </a:r>
            <a:r>
              <a:rPr dirty="0"/>
              <a:t> prompts with no manual edits. </a:t>
            </a:r>
            <a:endParaRPr lang="en-US" dirty="0"/>
          </a:p>
          <a:p>
            <a:endParaRPr lang="en-US" dirty="0"/>
          </a:p>
          <a:p>
            <a:r>
              <a:rPr dirty="0"/>
              <a:t>In debug acceleration, complex Cross-IP SerDes issues involving DCMAC and MRMAC were resolved 5 to 10 times faster than reading through roughly 1000 pages of product guides. A Versal performance regression was root-caused in half a day instead of two weeks. </a:t>
            </a:r>
            <a:endParaRPr lang="en-US" dirty="0"/>
          </a:p>
          <a:p>
            <a:endParaRPr lang="en-US" dirty="0"/>
          </a:p>
          <a:p>
            <a:r>
              <a:rPr dirty="0"/>
              <a:t>These results are real—they come from our field team in their day-to-day work with customer designs.</a:t>
            </a:r>
          </a:p>
        </p:txBody>
      </p:sp>
      <p:sp>
        <p:nvSpPr>
          <p:cNvPr id="5" name="Slide Number Placeholder 4"/>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680298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One of the key design principles behind this tool was that it had to serve every persona across the FPGA design cycle—not just one. </a:t>
            </a:r>
            <a:endParaRPr lang="en-US" dirty="0"/>
          </a:p>
          <a:p>
            <a:endParaRPr lang="en-US" dirty="0"/>
          </a:p>
          <a:p>
            <a:r>
              <a:rPr dirty="0"/>
              <a:t>From the </a:t>
            </a:r>
            <a:r>
              <a:rPr lang="en-US" dirty="0"/>
              <a:t>s</a:t>
            </a:r>
            <a:r>
              <a:rPr dirty="0"/>
              <a:t>ystem </a:t>
            </a:r>
            <a:r>
              <a:rPr lang="en-US" dirty="0"/>
              <a:t>a</a:t>
            </a:r>
            <a:r>
              <a:rPr dirty="0"/>
              <a:t>rchitect choosing a device, to the RTL developer capturing the design, to the verification engineer triaging logs, to the timing expert closing the design, </a:t>
            </a:r>
            <a:r>
              <a:rPr lang="en-US" dirty="0"/>
              <a:t>and </a:t>
            </a:r>
            <a:r>
              <a:rPr dirty="0"/>
              <a:t>all the way to the hardware lab engineer debugging live silicon. </a:t>
            </a:r>
            <a:endParaRPr lang="en-US" dirty="0"/>
          </a:p>
          <a:p>
            <a:endParaRPr lang="en-US" dirty="0"/>
          </a:p>
          <a:p>
            <a:r>
              <a:rPr dirty="0"/>
              <a:t>Each of these roles has different challenges, and the AI assistant is designed to address all of them. Architects can explore device options conversationally. RTL developers can generate block designs from natural language. Verification engineers can prioritize critical warnings. </a:t>
            </a:r>
            <a:endParaRPr lang="en-US" dirty="0"/>
          </a:p>
          <a:p>
            <a:endParaRPr lang="en-US" dirty="0"/>
          </a:p>
          <a:p>
            <a:r>
              <a:rPr dirty="0"/>
              <a:t>Timing specialists get evidence-backed constraint suggestions. And hardware engineers can debug PDI boot failures or DDR calibration issues with AI-driven root cause analysis—all through a simple prompt.</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DDDAE-E7A7-4241-456A-A1AB567AF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11F9E-1611-9650-EA16-6341FA64FD56}"/>
              </a:ext>
            </a:extLst>
          </p:cNvPr>
          <p:cNvSpPr>
            <a:spLocks noGrp="1" noRot="1" noChangeAspect="1"/>
          </p:cNvSpPr>
          <p:nvPr>
            <p:ph type="sldImg" idx="2"/>
          </p:nvPr>
        </p:nvSpPr>
        <p:spPr/>
        <p:txBody>
          <a:bodyPr/>
          <a:lstStyle/>
          <a:p>
            <a:endParaRPr lang="en-US" dirty="0"/>
          </a:p>
        </p:txBody>
      </p:sp>
      <p:sp>
        <p:nvSpPr>
          <p:cNvPr id="3" name="Notes Placeholder 2">
            <a:extLst>
              <a:ext uri="{FF2B5EF4-FFF2-40B4-BE49-F238E27FC236}">
                <a16:creationId xmlns:a16="http://schemas.microsoft.com/office/drawing/2014/main" id="{20408410-58BF-4C78-6644-F1E4A4865BB6}"/>
              </a:ext>
            </a:extLst>
          </p:cNvPr>
          <p:cNvSpPr>
            <a:spLocks noGrp="1"/>
          </p:cNvSpPr>
          <p:nvPr>
            <p:ph type="body" sz="quarter" idx="3"/>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So far, you’ve seen what the Vivado AI Assistant can do and the kind of impact it delivers. Now, let’s look at what’s behind it—the AI foundation that makes all of this possible.</a:t>
            </a:r>
          </a:p>
          <a:p>
            <a:endParaRPr dirty="0"/>
          </a:p>
        </p:txBody>
      </p:sp>
      <p:sp>
        <p:nvSpPr>
          <p:cNvPr id="4" name="Slide Number Placeholder 3">
            <a:extLst>
              <a:ext uri="{FF2B5EF4-FFF2-40B4-BE49-F238E27FC236}">
                <a16:creationId xmlns:a16="http://schemas.microsoft.com/office/drawing/2014/main" id="{111C0182-0ED3-8346-EFF8-E94EDF7F2F10}"/>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659462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The philosophy we adopted from the start was to build on </a:t>
            </a:r>
            <a:r>
              <a:rPr lang="en-US" sz="1200" b="0" i="0" kern="1200" dirty="0">
                <a:solidFill>
                  <a:schemeClr val="tx1"/>
                </a:solidFill>
                <a:effectLst/>
                <a:latin typeface="Arial" panose="020B0604020202020204" pitchFamily="34" charset="0"/>
                <a:ea typeface="+mn-ea"/>
                <a:cs typeface="Arial" panose="020B0604020202020204" pitchFamily="34" charset="0"/>
              </a:rPr>
              <a:t>Anthropic </a:t>
            </a:r>
            <a:r>
              <a:rPr dirty="0"/>
              <a:t>open standards rather than create a proprietary lock-in. There are two layers. </a:t>
            </a:r>
            <a:endParaRPr lang="en-US" dirty="0"/>
          </a:p>
          <a:p>
            <a:endParaRPr lang="en-US" dirty="0"/>
          </a:p>
          <a:p>
            <a:r>
              <a:rPr dirty="0"/>
              <a:t>The information layer uses</a:t>
            </a:r>
            <a:r>
              <a:rPr lang="en-US" dirty="0"/>
              <a:t> </a:t>
            </a:r>
            <a:r>
              <a:rPr dirty="0"/>
              <a:t>the </a:t>
            </a:r>
            <a:r>
              <a:rPr lang="en-US" dirty="0"/>
              <a:t>m</a:t>
            </a:r>
            <a:r>
              <a:rPr dirty="0"/>
              <a:t>odel </a:t>
            </a:r>
            <a:r>
              <a:rPr lang="en-US" dirty="0"/>
              <a:t>c</a:t>
            </a:r>
            <a:r>
              <a:rPr dirty="0"/>
              <a:t>ontext </a:t>
            </a:r>
            <a:r>
              <a:rPr lang="en-US" dirty="0"/>
              <a:t>p</a:t>
            </a:r>
            <a:r>
              <a:rPr dirty="0"/>
              <a:t>rotocol </a:t>
            </a:r>
            <a:r>
              <a:rPr lang="en-US" dirty="0"/>
              <a:t>(MCP), </a:t>
            </a:r>
            <a:r>
              <a:rPr dirty="0"/>
              <a:t>which was originally created by Anthropic and is now part of the Linux Foundation as an open standard. MCP is what makes our solution IDE-agnostic and LLM-agnostic. Whether you're using VS Code, Cursor, Claude Code, or Windsurf—whether you're running Claude, GPT, Gemini, Qwen, or Llama—the MCP protocol works the same way. </a:t>
            </a:r>
            <a:endParaRPr lang="en-US" dirty="0"/>
          </a:p>
          <a:p>
            <a:endParaRPr lang="en-US" dirty="0"/>
          </a:p>
          <a:p>
            <a:r>
              <a:rPr dirty="0"/>
              <a:t>The action layer uses </a:t>
            </a:r>
            <a:r>
              <a:rPr lang="en-US" dirty="0"/>
              <a:t>a</a:t>
            </a:r>
            <a:r>
              <a:rPr dirty="0"/>
              <a:t>gent </a:t>
            </a:r>
            <a:r>
              <a:rPr lang="en-US" dirty="0"/>
              <a:t>s</a:t>
            </a:r>
            <a:r>
              <a:rPr dirty="0"/>
              <a:t>kills—another open standard from Anthropic. Skills are markdown files that encode domain expertise as executable workflows. They are repeatable, version-controlled, portable, and sharable across teams. The combination of MCP and </a:t>
            </a:r>
            <a:r>
              <a:rPr lang="en-US" dirty="0"/>
              <a:t>s</a:t>
            </a:r>
            <a:r>
              <a:rPr dirty="0"/>
              <a:t>kills is what enables true agentic AI for FPGA design.</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Let </a:t>
            </a:r>
            <a:r>
              <a:rPr lang="en-US" dirty="0"/>
              <a:t>us now look at </a:t>
            </a:r>
            <a:r>
              <a:rPr dirty="0"/>
              <a:t>the full framework</a:t>
            </a:r>
            <a:r>
              <a:rPr lang="en-US" dirty="0"/>
              <a:t> enabling agentic AI design flow</a:t>
            </a:r>
            <a:r>
              <a:rPr dirty="0"/>
              <a:t>. </a:t>
            </a:r>
            <a:endParaRPr lang="en-US" dirty="0"/>
          </a:p>
          <a:p>
            <a:endParaRPr lang="en-US" dirty="0"/>
          </a:p>
          <a:p>
            <a:r>
              <a:rPr dirty="0"/>
              <a:t>At the bottom left is the Vivado </a:t>
            </a:r>
            <a:r>
              <a:rPr lang="en-US" dirty="0"/>
              <a:t>tool k</a:t>
            </a:r>
            <a:r>
              <a:rPr dirty="0"/>
              <a:t>nowledge </a:t>
            </a:r>
            <a:r>
              <a:rPr lang="en-US" dirty="0"/>
              <a:t>b</a:t>
            </a:r>
            <a:r>
              <a:rPr dirty="0"/>
              <a:t>ase—this is the brain of the system. It's a multi-gigabyte vectorized database containing user guides, product guides, datasheets, white papers, answer records, wiki pages, and GitHub tutorials. Agents are only as good as the data they see, so grounding the AI in authoritative AMD documentation is critical. </a:t>
            </a:r>
            <a:endParaRPr lang="en-US" dirty="0"/>
          </a:p>
          <a:p>
            <a:endParaRPr lang="en-US" dirty="0"/>
          </a:p>
          <a:p>
            <a:r>
              <a:rPr dirty="0"/>
              <a:t>To the right is </a:t>
            </a:r>
            <a:r>
              <a:rPr lang="en-US" dirty="0"/>
              <a:t>the</a:t>
            </a:r>
            <a:r>
              <a:rPr dirty="0"/>
              <a:t> local Vivado </a:t>
            </a:r>
            <a:r>
              <a:rPr lang="en-US" dirty="0"/>
              <a:t>IDE </a:t>
            </a:r>
            <a:r>
              <a:rPr dirty="0"/>
              <a:t>installation—supporting any previous version of </a:t>
            </a:r>
            <a:r>
              <a:rPr lang="en-US" dirty="0"/>
              <a:t>the </a:t>
            </a:r>
            <a:r>
              <a:rPr dirty="0"/>
              <a:t>Vivado </a:t>
            </a:r>
            <a:r>
              <a:rPr lang="en-US" dirty="0"/>
              <a:t>Design Suite </a:t>
            </a:r>
            <a:r>
              <a:rPr dirty="0"/>
              <a:t>that has web server support, going back at least ten years. </a:t>
            </a:r>
            <a:endParaRPr lang="en-US" dirty="0"/>
          </a:p>
          <a:p>
            <a:endParaRPr lang="en-US" dirty="0"/>
          </a:p>
          <a:p>
            <a:r>
              <a:rPr dirty="0"/>
              <a:t>In the middle is the AMD Vivado MCP Server, which has two primary functions: vivado_doc_search for </a:t>
            </a:r>
            <a:r>
              <a:rPr lang="en-US" dirty="0"/>
              <a:t>a </a:t>
            </a:r>
            <a:r>
              <a:rPr dirty="0"/>
              <a:t>RAG-powered documentation retrieval, and vivado_execute for running any T</a:t>
            </a:r>
            <a:r>
              <a:rPr lang="en-US" dirty="0"/>
              <a:t>cl </a:t>
            </a:r>
            <a:r>
              <a:rPr dirty="0"/>
              <a:t>command in a live Vivado </a:t>
            </a:r>
            <a:r>
              <a:rPr lang="en-US" dirty="0"/>
              <a:t>IDE </a:t>
            </a:r>
            <a:r>
              <a:rPr dirty="0"/>
              <a:t>session. </a:t>
            </a:r>
            <a:endParaRPr lang="en-US" dirty="0"/>
          </a:p>
          <a:p>
            <a:endParaRPr lang="en-US" dirty="0"/>
          </a:p>
          <a:p>
            <a:r>
              <a:rPr dirty="0"/>
              <a:t>At the top are the MCP Client IDEs and CLIs—VS Code, Cursor, Claude Code, Windsurf, and others—this is where the user interacts, and where </a:t>
            </a:r>
            <a:r>
              <a:rPr lang="en-US" dirty="0"/>
              <a:t>a</a:t>
            </a:r>
            <a:r>
              <a:rPr dirty="0"/>
              <a:t>gent </a:t>
            </a:r>
            <a:r>
              <a:rPr lang="en-US" dirty="0"/>
              <a:t>s</a:t>
            </a:r>
            <a:r>
              <a:rPr dirty="0"/>
              <a:t>kills are executed.</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Our first delivery is </a:t>
            </a:r>
            <a:r>
              <a:rPr lang="en-US" dirty="0"/>
              <a:t>the</a:t>
            </a:r>
            <a:r>
              <a:rPr dirty="0"/>
              <a:t> Vivado MCP Server, which is available as part of the Early Access Program. It includes three tool categories. </a:t>
            </a:r>
            <a:endParaRPr lang="en-US" dirty="0"/>
          </a:p>
          <a:p>
            <a:endParaRPr lang="en-US" dirty="0"/>
          </a:p>
          <a:p>
            <a:r>
              <a:rPr dirty="0"/>
              <a:t>The doc search tool provides RAG-powered access to the knowledge base—over 500 user guides, application notes, data sheets, answer records—all in a multi-gigabyte vectorized database deployed as a Docker container that can run locally or be hosted remotely. </a:t>
            </a:r>
            <a:endParaRPr lang="en-US" dirty="0"/>
          </a:p>
          <a:p>
            <a:endParaRPr lang="en-US" dirty="0"/>
          </a:p>
          <a:p>
            <a:r>
              <a:rPr dirty="0"/>
              <a:t>The execute tool lets agents run any TCL command in a live Vivado</a:t>
            </a:r>
            <a:r>
              <a:rPr lang="en-US" dirty="0"/>
              <a:t> IDE</a:t>
            </a:r>
            <a:r>
              <a:rPr dirty="0"/>
              <a:t> session. </a:t>
            </a:r>
            <a:endParaRPr lang="en-US" dirty="0"/>
          </a:p>
          <a:p>
            <a:endParaRPr lang="en-US" dirty="0"/>
          </a:p>
          <a:p>
            <a:r>
              <a:rPr dirty="0"/>
              <a:t>The analyze tool handles reports, timing, and CDC analysis. </a:t>
            </a:r>
            <a:endParaRPr lang="en-US" dirty="0"/>
          </a:p>
          <a:p>
            <a:endParaRPr lang="en-US" dirty="0"/>
          </a:p>
          <a:p>
            <a:r>
              <a:rPr dirty="0"/>
              <a:t>The list of supported MCP clients—Claude Desktop, Cursor, VS Code, Windsurf, and others — is what we're internally validating, but architecturally the server works with any MCP-compatible client.</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39744-28B1-71CC-E3D9-BA103C6DA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8D924-B481-05D6-BAE5-678C19993EAC}"/>
              </a:ext>
            </a:extLst>
          </p:cNvPr>
          <p:cNvSpPr>
            <a:spLocks noGrp="1" noRot="1" noChangeAspect="1"/>
          </p:cNvSpPr>
          <p:nvPr>
            <p:ph type="sldImg" idx="2"/>
          </p:nvPr>
        </p:nvSpPr>
        <p:spPr/>
        <p:txBody>
          <a:bodyPr/>
          <a:lstStyle/>
          <a:p>
            <a:endParaRPr lang="en-US" dirty="0"/>
          </a:p>
        </p:txBody>
      </p:sp>
      <p:sp>
        <p:nvSpPr>
          <p:cNvPr id="3" name="Notes Placeholder 2">
            <a:extLst>
              <a:ext uri="{FF2B5EF4-FFF2-40B4-BE49-F238E27FC236}">
                <a16:creationId xmlns:a16="http://schemas.microsoft.com/office/drawing/2014/main" id="{F2553FBA-9619-A98A-76FC-7C674F973A2D}"/>
              </a:ext>
            </a:extLst>
          </p:cNvPr>
          <p:cNvSpPr>
            <a:spLocks noGrp="1"/>
          </p:cNvSpPr>
          <p:nvPr>
            <p:ph type="body" sz="quarter" idx="3"/>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Now that you’ve covered how the system is built and how it operates, let’s focus on the intelligence behind it — the knowledge base that makes the assistant accurate and reliable.</a:t>
            </a:r>
          </a:p>
        </p:txBody>
      </p:sp>
      <p:sp>
        <p:nvSpPr>
          <p:cNvPr id="4" name="Slide Number Placeholder 3">
            <a:extLst>
              <a:ext uri="{FF2B5EF4-FFF2-40B4-BE49-F238E27FC236}">
                <a16:creationId xmlns:a16="http://schemas.microsoft.com/office/drawing/2014/main" id="{AF3A23CD-30B3-087E-A47E-788CC14D84CE}"/>
              </a:ext>
            </a:extLst>
          </p:cNvPr>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045254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This slide shows what the knowledge base looks like from a user's perspective across different roles. </a:t>
            </a:r>
            <a:endParaRPr lang="en-US" dirty="0"/>
          </a:p>
          <a:p>
            <a:endParaRPr lang="en-US" dirty="0"/>
          </a:p>
          <a:p>
            <a:r>
              <a:rPr dirty="0"/>
              <a:t>A </a:t>
            </a:r>
            <a:r>
              <a:rPr lang="en-US" dirty="0"/>
              <a:t>system architect </a:t>
            </a:r>
            <a:r>
              <a:rPr dirty="0"/>
              <a:t>can ask how to configure NoC for optimal bandwidth and get a precise answer citing UG1388 and PG313—with traffic class recommendations and bandwidth allocation guidance. </a:t>
            </a:r>
            <a:endParaRPr lang="en-US" dirty="0"/>
          </a:p>
          <a:p>
            <a:endParaRPr lang="en-US" dirty="0"/>
          </a:p>
          <a:p>
            <a:r>
              <a:rPr dirty="0"/>
              <a:t>An RTL developer can ask which about constraining async clock domain crossings and get the exact XPM_CDC macros, ASYNC_REG attributes, and set_false_path syntax from UG903 and UG949. </a:t>
            </a:r>
            <a:endParaRPr lang="en-US" dirty="0"/>
          </a:p>
          <a:p>
            <a:endParaRPr lang="en-US" dirty="0"/>
          </a:p>
          <a:p>
            <a:r>
              <a:rPr lang="en-US" dirty="0"/>
              <a:t>A timing closure specialist can ask how to fix setup violations on high-fanout nets and quickly get guidance, including the use of the report_high_fanout_nets command and recommended optimization techniques.</a:t>
            </a:r>
          </a:p>
          <a:p>
            <a:endParaRPr lang="en-US" dirty="0"/>
          </a:p>
          <a:p>
            <a:r>
              <a:rPr lang="en-US" dirty="0"/>
              <a:t>A hardware debug specialist can ask about troubleshooting PDI boot failures and receive targeted insights on where to debug on the board and how to narrow down the root cause.</a:t>
            </a:r>
          </a:p>
          <a:p>
            <a:endParaRPr lang="en-US" dirty="0"/>
          </a:p>
          <a:p>
            <a:r>
              <a:rPr dirty="0"/>
              <a:t>Every response cites the source document and links to the specific section—not just the document title.</a:t>
            </a:r>
            <a:endParaRPr lang="en-US" dirty="0"/>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Let</a:t>
            </a:r>
            <a:r>
              <a:rPr lang="en-US" dirty="0"/>
              <a:t>’s </a:t>
            </a:r>
            <a:r>
              <a:rPr dirty="0"/>
              <a:t>go deeper into what makes the knowledge base powerful. </a:t>
            </a:r>
            <a:endParaRPr lang="en-US" dirty="0"/>
          </a:p>
          <a:p>
            <a:endParaRPr lang="en-US" dirty="0"/>
          </a:p>
          <a:p>
            <a:r>
              <a:rPr dirty="0"/>
              <a:t>On coverage—the database includes web documentation, PDF user and product guides, knowledge base answer records, blog articles, the embedded Linux and U-Boot wiki, and GitHub reference designs. It spans AMD Versal, UltraScale+, and older device families, and includes documentation for all the associated tools—Vivado, Vitis, PDM, ChipScope, and Model Composer. </a:t>
            </a:r>
            <a:endParaRPr lang="en-US" dirty="0"/>
          </a:p>
          <a:p>
            <a:endParaRPr lang="en-US" dirty="0"/>
          </a:p>
          <a:p>
            <a:r>
              <a:rPr dirty="0"/>
              <a:t>Smart tagging is what makes retrieval intelligent. Every document is classified by source type, tagged with document IDs like UG or PG or AR, and indexed at section level—so results point to the exact section within a thousand-page user guide, not just the top-level document. </a:t>
            </a:r>
            <a:endParaRPr lang="en-US" dirty="0"/>
          </a:p>
          <a:p>
            <a:endParaRPr lang="en-US" dirty="0"/>
          </a:p>
          <a:p>
            <a:r>
              <a:rPr dirty="0"/>
              <a:t>The search engine supports three modes—precision for exact term lookup, balanced for keyword plus semantic understanding, and exploration for pure intent-based discovery. </a:t>
            </a:r>
            <a:endParaRPr lang="en-US" dirty="0"/>
          </a:p>
          <a:p>
            <a:endParaRPr lang="en-US" dirty="0"/>
          </a:p>
          <a:p>
            <a:r>
              <a:rPr dirty="0"/>
              <a:t>And context awareness means the agent can correlate the search results against your actual design, so recommendations are tailored to your specific project rather than being generic.</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This slide </a:t>
            </a:r>
            <a:r>
              <a:rPr lang="en-US" dirty="0"/>
              <a:t>explains </a:t>
            </a:r>
            <a:r>
              <a:rPr dirty="0"/>
              <a:t>why proprietary, domain-specific knowledge </a:t>
            </a:r>
            <a:r>
              <a:rPr lang="en-US" sz="1200" b="0" i="0" kern="1200" dirty="0">
                <a:solidFill>
                  <a:schemeClr val="tx1"/>
                </a:solidFill>
                <a:effectLst/>
                <a:latin typeface="Arial" panose="020B0604020202020204" pitchFamily="34" charset="0"/>
                <a:ea typeface="+mn-ea"/>
                <a:cs typeface="Arial" panose="020B0604020202020204" pitchFamily="34" charset="0"/>
              </a:rPr>
              <a:t>differentiates the </a:t>
            </a:r>
            <a:r>
              <a:rPr dirty="0"/>
              <a:t>agentic AI from generic LLMs. </a:t>
            </a:r>
            <a:endParaRPr lang="en-US" dirty="0"/>
          </a:p>
          <a:p>
            <a:endParaRPr lang="en-US" dirty="0"/>
          </a:p>
          <a:p>
            <a:r>
              <a:rPr dirty="0"/>
              <a:t>When you ask an LLM without our MCP server a Vivado</a:t>
            </a:r>
            <a:r>
              <a:rPr lang="en-US" dirty="0"/>
              <a:t> IDE</a:t>
            </a:r>
            <a:r>
              <a:rPr dirty="0"/>
              <a:t>-specific question, it will try to find information from the internet—and often get it wrong</a:t>
            </a:r>
            <a:r>
              <a:rPr lang="en-US" dirty="0"/>
              <a:t> </a:t>
            </a:r>
            <a:r>
              <a:rPr dirty="0"/>
              <a:t>or hallucinate. When you use our doc search, the answer comes from authoritative AMD sources—user guides, answer records, design examples—and the response is grounded, cited, and directly actionable. </a:t>
            </a:r>
            <a:endParaRPr lang="en-US" dirty="0"/>
          </a:p>
          <a:p>
            <a:endParaRPr lang="en-US" dirty="0"/>
          </a:p>
          <a:p>
            <a:r>
              <a:rPr lang="en-US" strike="noStrike" dirty="0"/>
              <a:t>T</a:t>
            </a:r>
            <a:r>
              <a:rPr dirty="0"/>
              <a:t>his difference </a:t>
            </a:r>
            <a:r>
              <a:rPr lang="en-US" dirty="0"/>
              <a:t>was measured with </a:t>
            </a:r>
            <a:r>
              <a:rPr dirty="0"/>
              <a:t>a grading mechanism where subject</a:t>
            </a:r>
            <a:r>
              <a:rPr lang="en-US" dirty="0"/>
              <a:t>-</a:t>
            </a:r>
            <a:r>
              <a:rPr dirty="0"/>
              <a:t>matter experts write ground truth query-answer pairs, and test</a:t>
            </a:r>
            <a:r>
              <a:rPr lang="en-US" dirty="0"/>
              <a:t>ed</a:t>
            </a:r>
            <a:r>
              <a:rPr dirty="0"/>
              <a:t> LLMs with and without our MCP server. </a:t>
            </a:r>
            <a:endParaRPr lang="en-US" dirty="0"/>
          </a:p>
          <a:p>
            <a:endParaRPr lang="en-US" dirty="0"/>
          </a:p>
          <a:p>
            <a:r>
              <a:rPr dirty="0"/>
              <a:t>The results consistently show significantly more accurate responses when the MCP-connected knowledge base is used.</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normAutofit fontScale="92500" lnSpcReduction="10000"/>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let’s look at the actual tools the agent uses to interact with the Vivado IDE.</a:t>
            </a:r>
          </a:p>
          <a:p>
            <a:endParaRPr lang="en-US" dirty="0"/>
          </a:p>
          <a:p>
            <a:r>
              <a:rPr lang="en-US" dirty="0"/>
              <a:t>Displayed here</a:t>
            </a:r>
            <a:r>
              <a:rPr dirty="0"/>
              <a:t> is the full reference of all 19 tools across 6 categories available in the Vivado MCP Server. </a:t>
            </a:r>
            <a:endParaRPr lang="en-US" dirty="0"/>
          </a:p>
          <a:p>
            <a:endParaRPr lang="en-US" dirty="0"/>
          </a:p>
          <a:p>
            <a:r>
              <a:rPr dirty="0"/>
              <a:t>The foundation tool is vivado_doc_search—the RAG-powered documentation search that every agent response depends on. </a:t>
            </a:r>
            <a:endParaRPr lang="en-US" dirty="0"/>
          </a:p>
          <a:p>
            <a:endParaRPr lang="en-US" dirty="0"/>
          </a:p>
          <a:p>
            <a:r>
              <a:rPr dirty="0"/>
              <a:t>The session tools—vivado_start, vivado_stop, vivado_connect, vivado_list_sessions, and vivado_cleanup</a:t>
            </a:r>
            <a:r>
              <a:rPr lang="en-US" dirty="0"/>
              <a:t>—</a:t>
            </a:r>
            <a:r>
              <a:rPr dirty="0"/>
              <a:t>let the agent manage </a:t>
            </a:r>
            <a:r>
              <a:rPr lang="en-US" dirty="0"/>
              <a:t>the </a:t>
            </a:r>
            <a:r>
              <a:rPr dirty="0"/>
              <a:t>Vivado </a:t>
            </a:r>
            <a:r>
              <a:rPr lang="en-US" dirty="0"/>
              <a:t>IDE </a:t>
            </a:r>
            <a:r>
              <a:rPr dirty="0"/>
              <a:t>instances. </a:t>
            </a:r>
            <a:endParaRPr lang="en-US" dirty="0"/>
          </a:p>
          <a:p>
            <a:endParaRPr lang="en-US" dirty="0"/>
          </a:p>
          <a:p>
            <a:r>
              <a:rPr dirty="0"/>
              <a:t>Monitoring tools like vivado_status, vivado_log_messages, vivado_run_status, and vivado_run_health let the agent check what's happening in a running </a:t>
            </a:r>
            <a:r>
              <a:rPr lang="en-US" dirty="0"/>
              <a:t>the </a:t>
            </a:r>
            <a:r>
              <a:rPr dirty="0"/>
              <a:t>Vivado</a:t>
            </a:r>
            <a:r>
              <a:rPr lang="en-US" dirty="0"/>
              <a:t> IDE</a:t>
            </a:r>
            <a:r>
              <a:rPr dirty="0"/>
              <a:t> session and even recover stuck runs. </a:t>
            </a:r>
            <a:endParaRPr lang="en-US" dirty="0"/>
          </a:p>
          <a:p>
            <a:endParaRPr lang="en-US" dirty="0"/>
          </a:p>
          <a:p>
            <a:r>
              <a:rPr dirty="0"/>
              <a:t>LSF tools—vivado_lsf_start, vivado_lsf_status, vivado_lsf_kill—enable launching and managing </a:t>
            </a:r>
            <a:r>
              <a:rPr lang="en-US" dirty="0"/>
              <a:t>the </a:t>
            </a:r>
            <a:r>
              <a:rPr dirty="0"/>
              <a:t>Vivado </a:t>
            </a:r>
            <a:r>
              <a:rPr lang="en-US" dirty="0"/>
              <a:t>IDE </a:t>
            </a:r>
            <a:r>
              <a:rPr dirty="0"/>
              <a:t>jobs on HPC clusters, which is critical for enterprise users doing CI/CD flows. </a:t>
            </a:r>
            <a:endParaRPr lang="en-US" dirty="0"/>
          </a:p>
          <a:p>
            <a:endParaRPr lang="en-US" dirty="0"/>
          </a:p>
          <a:p>
            <a:r>
              <a:rPr lang="en-US" dirty="0"/>
              <a:t>E</a:t>
            </a:r>
            <a:r>
              <a:rPr dirty="0"/>
              <a:t>xecution tools—vivado_execute and vivado_history</a:t>
            </a:r>
            <a:r>
              <a:rPr lang="en-US" dirty="0"/>
              <a:t>—let </a:t>
            </a:r>
            <a:r>
              <a:rPr dirty="0"/>
              <a:t>the agent run T</a:t>
            </a:r>
            <a:r>
              <a:rPr lang="en-US" dirty="0"/>
              <a:t>cl </a:t>
            </a:r>
            <a:r>
              <a:rPr dirty="0"/>
              <a:t>commands and review past interactions. </a:t>
            </a:r>
            <a:endParaRPr lang="en-US" dirty="0"/>
          </a:p>
          <a:p>
            <a:endParaRPr lang="en-US" dirty="0"/>
          </a:p>
          <a:p>
            <a:r>
              <a:rPr lang="en-US" dirty="0"/>
              <a:t>U</a:t>
            </a:r>
            <a:r>
              <a:rPr dirty="0"/>
              <a:t>tility tools like vivado_display_check and vivado_client_info help manage the connection and environment. </a:t>
            </a:r>
            <a:endParaRPr lang="en-US" dirty="0"/>
          </a:p>
          <a:p>
            <a:endParaRPr lang="en-US" dirty="0"/>
          </a:p>
          <a:p>
            <a:r>
              <a:rPr lang="en-US" dirty="0"/>
              <a:t>P</a:t>
            </a:r>
            <a:r>
              <a:rPr dirty="0"/>
              <a:t>roductivity tools </a:t>
            </a:r>
            <a:r>
              <a:rPr lang="en-US" dirty="0"/>
              <a:t>like</a:t>
            </a:r>
            <a:r>
              <a:rPr dirty="0"/>
              <a:t> vivado_todos and vivado_show_todos — let the agent maintain a persistent task list across sessions.</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Let’s summarize the key takeaways from this session.</a:t>
            </a:r>
          </a:p>
          <a:p>
            <a:endParaRPr lang="en-US" dirty="0"/>
          </a:p>
          <a:p>
            <a:pPr fontAlgn="t"/>
            <a:r>
              <a:rPr lang="en-US" sz="1200" b="0" i="0" kern="1200" dirty="0">
                <a:solidFill>
                  <a:schemeClr val="tx1"/>
                </a:solidFill>
                <a:effectLst/>
                <a:latin typeface="Arial" panose="020B0604020202020204" pitchFamily="34" charset="0"/>
                <a:ea typeface="+mn-ea"/>
                <a:cs typeface="Arial" panose="020B0604020202020204" pitchFamily="34" charset="0"/>
              </a:rPr>
              <a:t>This module introduces the AMD Vivado AI Assistant for AMD FPGA workflows, enabling users to search documentation, drive the </a:t>
            </a:r>
            <a:r>
              <a:rPr lang="en-US" sz="1200" b="0" i="0" kern="1200" dirty="0" err="1">
                <a:solidFill>
                  <a:schemeClr val="tx1"/>
                </a:solidFill>
                <a:effectLst/>
                <a:latin typeface="Arial" panose="020B0604020202020204" pitchFamily="34" charset="0"/>
                <a:ea typeface="+mn-ea"/>
                <a:cs typeface="Arial" panose="020B0604020202020204" pitchFamily="34" charset="0"/>
              </a:rPr>
              <a:t>Vivado</a:t>
            </a:r>
            <a:r>
              <a:rPr lang="en-US" sz="1200" b="0" i="0" kern="1200" dirty="0">
                <a:solidFill>
                  <a:schemeClr val="tx1"/>
                </a:solidFill>
                <a:effectLst/>
                <a:latin typeface="Arial" panose="020B0604020202020204" pitchFamily="34" charset="0"/>
                <a:ea typeface="+mn-ea"/>
                <a:cs typeface="Arial" panose="020B0604020202020204" pitchFamily="34" charset="0"/>
              </a:rPr>
              <a:t> tools, and execute complete design flows using plain English.</a:t>
            </a:r>
          </a:p>
          <a:p>
            <a:pPr fontAlgn="t"/>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fontAlgn="t"/>
            <a:r>
              <a:rPr lang="en-US" sz="1200" b="0" i="0" kern="1200" dirty="0">
                <a:solidFill>
                  <a:schemeClr val="tx1"/>
                </a:solidFill>
                <a:effectLst/>
                <a:latin typeface="Arial" panose="020B0604020202020204" pitchFamily="34" charset="0"/>
                <a:ea typeface="+mn-ea"/>
                <a:cs typeface="Arial" panose="020B0604020202020204" pitchFamily="34" charset="0"/>
              </a:rPr>
              <a:t>It accelerates debugging and root cause analysis and supports full design generation from a single prompt.</a:t>
            </a:r>
          </a:p>
          <a:p>
            <a:pPr fontAlgn="t"/>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fontAlgn="t"/>
            <a:r>
              <a:rPr lang="en-US" sz="1200" b="0" i="0" kern="1200" dirty="0">
                <a:solidFill>
                  <a:schemeClr val="tx1"/>
                </a:solidFill>
                <a:effectLst/>
                <a:latin typeface="Arial" panose="020B0604020202020204" pitchFamily="34" charset="0"/>
                <a:ea typeface="+mn-ea"/>
                <a:cs typeface="Arial" panose="020B0604020202020204" pitchFamily="34" charset="0"/>
              </a:rPr>
              <a:t>Built on MCP and Agent Skills, it is both IDE-agnostic and LLM-agnostic.</a:t>
            </a:r>
          </a:p>
          <a:p>
            <a:pPr fontAlgn="t"/>
            <a:endParaRPr lang="en-US" sz="1200" b="0" i="0" kern="1200" dirty="0">
              <a:solidFill>
                <a:schemeClr val="tx1"/>
              </a:solidFill>
              <a:effectLst/>
              <a:latin typeface="Arial" panose="020B0604020202020204" pitchFamily="34" charset="0"/>
              <a:ea typeface="+mn-ea"/>
              <a:cs typeface="Arial" panose="020B0604020202020204" pitchFamily="34" charset="0"/>
            </a:endParaRPr>
          </a:p>
          <a:p>
            <a:pPr fontAlgn="t"/>
            <a:r>
              <a:rPr lang="en-US" sz="1200" b="0" i="0" kern="1200" dirty="0">
                <a:solidFill>
                  <a:schemeClr val="tx1"/>
                </a:solidFill>
                <a:effectLst/>
                <a:latin typeface="Arial" panose="020B0604020202020204" pitchFamily="34" charset="0"/>
                <a:ea typeface="+mn-ea"/>
                <a:cs typeface="Arial" panose="020B0604020202020204" pitchFamily="34" charset="0"/>
              </a:rPr>
              <a:t>All capabilities are unified in one server, covering doc search, Tcl execution, session management, monitoring, and HPC/LSF support.</a:t>
            </a:r>
          </a:p>
          <a:p>
            <a:endParaRPr lang="en-US" dirty="0"/>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dirty="0">
              <a:solidFill>
                <a:schemeClr val="tx1"/>
              </a:solidFill>
            </a:endParaRPr>
          </a:p>
          <a:p>
            <a:endParaRPr dirty="0"/>
          </a:p>
        </p:txBody>
      </p:sp>
      <p:sp>
        <p:nvSpPr>
          <p:cNvPr id="5" name="Slide Number Placeholder 4">
            <a:extLst>
              <a:ext uri="{FF2B5EF4-FFF2-40B4-BE49-F238E27FC236}">
                <a16:creationId xmlns:a16="http://schemas.microsoft.com/office/drawing/2014/main" id="{6A8821E7-CB18-425C-ECC7-5C32B108B44D}"/>
              </a:ext>
            </a:extLst>
          </p:cNvPr>
          <p:cNvSpPr>
            <a:spLocks noGrp="1"/>
          </p:cNvSpPr>
          <p:nvPr>
            <p:ph type="sldNum" sz="quarter" idx="5"/>
          </p:nvPr>
        </p:nvSpPr>
        <p:spPr/>
        <p:txBody>
          <a:bodyPr/>
          <a:lstStyle/>
          <a:p>
            <a:fld id="{A9D42829-8409-4711-B36D-25AE5703B863}" type="slidenum">
              <a:rPr lang="en-US" smtClean="0"/>
              <a:pPr/>
              <a:t>18</a:t>
            </a:fld>
            <a:endParaRPr lang="en-US" dirty="0"/>
          </a:p>
        </p:txBody>
      </p:sp>
    </p:spTree>
    <p:extLst>
      <p:ext uri="{BB962C8B-B14F-4D97-AF65-F5344CB8AC3E}">
        <p14:creationId xmlns:p14="http://schemas.microsoft.com/office/powerpoint/2010/main" val="282978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lang="en-US" dirty="0"/>
              <a:t>Thank you for joining this session on </a:t>
            </a:r>
            <a:r>
              <a:rPr lang="en-US" dirty="0">
                <a:solidFill>
                  <a:srgbClr val="000000"/>
                </a:solidFill>
                <a:latin typeface="Arial" panose="020B0604020202020204" pitchFamily="34" charset="0"/>
              </a:rPr>
              <a:t>AMD Vivado™ AI Assistant: Introduction</a:t>
            </a:r>
            <a:r>
              <a:rPr lang="en-US" dirty="0"/>
              <a:t>. </a:t>
            </a:r>
          </a:p>
          <a:p>
            <a:endParaRPr lang="en-US" dirty="0"/>
          </a:p>
          <a:p>
            <a:r>
              <a:rPr lang="en-US" dirty="0"/>
              <a:t>For questions, reach out through the Early Access forum or the #vivado_general Slack channel.</a:t>
            </a:r>
          </a:p>
          <a:p>
            <a:endParaRPr lang="en-US" strike="sngStrike" dirty="0">
              <a:highlight>
                <a:srgbClr val="FFFF00"/>
              </a:highlight>
            </a:endParaRP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ue and white image of a computer screen&#10;&#10;Description automatically generated with medium confidence">
            <a:extLst>
              <a:ext uri="{FF2B5EF4-FFF2-40B4-BE49-F238E27FC236}">
                <a16:creationId xmlns:a16="http://schemas.microsoft.com/office/drawing/2014/main" id="{669DED29-9C17-C0BF-91F4-D1CFD5321CA4}"/>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id="{A9DEDAF5-6B21-2EF2-E071-19FB64A2798D}"/>
              </a:ext>
            </a:extLst>
          </p:cNvPr>
          <p:cNvPicPr>
            <a:picLocks noChangeAspect="1"/>
          </p:cNvPicPr>
          <p:nvPr userDrawn="1"/>
        </p:nvPicPr>
        <p:blipFill>
          <a:blip r:embed="rId4"/>
          <a:stretch>
            <a:fillRect/>
          </a:stretch>
        </p:blipFill>
        <p:spPr>
          <a:xfrm>
            <a:off x="789410" y="5236464"/>
            <a:ext cx="2359024" cy="671874"/>
          </a:xfrm>
          <a:prstGeom prst="rect">
            <a:avLst/>
          </a:prstGeom>
        </p:spPr>
      </p:pic>
      <p:sp>
        <p:nvSpPr>
          <p:cNvPr id="12" name="Text Placeholder 4">
            <a:extLst>
              <a:ext uri="{FF2B5EF4-FFF2-40B4-BE49-F238E27FC236}">
                <a16:creationId xmlns:a16="http://schemas.microsoft.com/office/drawing/2014/main" id="{337976E5-E6CB-397E-A330-6B9BD4B1D037}"/>
              </a:ext>
            </a:extLst>
          </p:cNvPr>
          <p:cNvSpPr>
            <a:spLocks noGrp="1"/>
          </p:cNvSpPr>
          <p:nvPr>
            <p:ph type="body" sz="quarter" idx="13" hasCustomPrompt="1"/>
          </p:nvPr>
        </p:nvSpPr>
        <p:spPr>
          <a:xfrm>
            <a:off x="789410" y="3875650"/>
            <a:ext cx="5306590" cy="276999"/>
          </a:xfrm>
          <a:noFill/>
        </p:spPr>
        <p:txBody>
          <a:bodyPr wrap="square" lIns="0" tIns="0" rIns="0" bIns="0">
            <a:spAutoFit/>
          </a:bodyPr>
          <a:lstStyle>
            <a:lvl1pPr marL="0" indent="0">
              <a:spcBef>
                <a:spcPts val="0"/>
              </a:spcBef>
              <a:buNone/>
              <a:defRPr sz="1800" b="1" spc="0" baseline="0">
                <a:solidFill>
                  <a:schemeClr val="bg1"/>
                </a:solidFill>
                <a:latin typeface="+mn-lt"/>
                <a:cs typeface="Segoe UI" panose="020B0502040204020203" pitchFamily="34" charset="0"/>
              </a:defRPr>
            </a:lvl1pPr>
          </a:lstStyle>
          <a:p>
            <a:pPr lvl="0"/>
            <a:r>
              <a:rPr lang="en-US"/>
              <a:t>Speaker name or subtitle text</a:t>
            </a:r>
          </a:p>
        </p:txBody>
      </p:sp>
      <p:pic>
        <p:nvPicPr>
          <p:cNvPr id="3" name="Picture 2" descr="A black and white text&#10;&#10;Description automatically generated">
            <a:extLst>
              <a:ext uri="{FF2B5EF4-FFF2-40B4-BE49-F238E27FC236}">
                <a16:creationId xmlns:a16="http://schemas.microsoft.com/office/drawing/2014/main" id="{F46FF50D-25D7-B0C1-7DF1-6C9D1014381A}"/>
              </a:ext>
            </a:extLst>
          </p:cNvPr>
          <p:cNvPicPr>
            <a:picLocks noChangeAspect="1"/>
          </p:cNvPicPr>
          <p:nvPr userDrawn="1"/>
        </p:nvPicPr>
        <p:blipFill>
          <a:blip r:embed="rId5"/>
          <a:stretch>
            <a:fillRect/>
          </a:stretch>
        </p:blipFill>
        <p:spPr>
          <a:xfrm>
            <a:off x="726689" y="2370061"/>
            <a:ext cx="5425889" cy="1137792"/>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6548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49191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B1292EB1-7762-6E34-6603-4920658B6195}"/>
              </a:ext>
            </a:extLst>
          </p:cNvPr>
          <p:cNvPicPr>
            <a:picLocks noChangeAspect="1"/>
          </p:cNvPicPr>
          <p:nvPr userDrawn="1"/>
        </p:nvPicPr>
        <p:blipFill>
          <a:blip r:embed="rId2"/>
          <a:stretch>
            <a:fillRect/>
          </a:stretch>
        </p:blipFill>
        <p:spPr>
          <a:xfrm>
            <a:off x="585217" y="5449153"/>
            <a:ext cx="2176078" cy="518616"/>
          </a:xfrm>
          <a:prstGeom prst="rect">
            <a:avLst/>
          </a:prstGeom>
        </p:spPr>
      </p:pic>
      <p:cxnSp>
        <p:nvCxnSpPr>
          <p:cNvPr id="8" name="Straight Connector 7">
            <a:extLst>
              <a:ext uri="{FF2B5EF4-FFF2-40B4-BE49-F238E27FC236}">
                <a16:creationId xmlns:a16="http://schemas.microsoft.com/office/drawing/2014/main" id="{672DE360-D2EF-AF2E-F15C-F37A51488D6C}"/>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8535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p>
        </p:txBody>
      </p:sp>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A2802B-E53E-DE2F-F004-C87A3E6C68D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
        <p:nvSpPr>
          <p:cNvPr id="8" name="Text Placeholder 4">
            <a:extLst>
              <a:ext uri="{FF2B5EF4-FFF2-40B4-BE49-F238E27FC236}">
                <a16:creationId xmlns:a16="http://schemas.microsoft.com/office/drawing/2014/main" id="{37179CAA-7E14-18FA-D488-C772A909D1A4}"/>
              </a:ext>
            </a:extLst>
          </p:cNvPr>
          <p:cNvSpPr>
            <a:spLocks noGrp="1"/>
          </p:cNvSpPr>
          <p:nvPr>
            <p:ph type="body" sz="quarter" idx="13"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sp>
        <p:nvSpPr>
          <p:cNvPr id="10" name="Title 1">
            <a:extLst>
              <a:ext uri="{FF2B5EF4-FFF2-40B4-BE49-F238E27FC236}">
                <a16:creationId xmlns:a16="http://schemas.microsoft.com/office/drawing/2014/main" id="{C84B6F08-BC59-2EF3-5DC2-EF289F453945}"/>
              </a:ext>
            </a:extLst>
          </p:cNvPr>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p>
        </p:txBody>
      </p:sp>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Demo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89C8DC4-C1F0-82AC-370B-B9BD89BDCCD3}"/>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a:p>
        </p:txBody>
      </p:sp>
      <p:sp>
        <p:nvSpPr>
          <p:cNvPr id="9" name="Text Placeholder 9">
            <a:extLst>
              <a:ext uri="{FF2B5EF4-FFF2-40B4-BE49-F238E27FC236}">
                <a16:creationId xmlns:a16="http://schemas.microsoft.com/office/drawing/2014/main" id="{A2CE2AF8-382D-16AD-B30D-3668C415DB42}"/>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10" name="Picture 9">
            <a:extLst>
              <a:ext uri="{FF2B5EF4-FFF2-40B4-BE49-F238E27FC236}">
                <a16:creationId xmlns:a16="http://schemas.microsoft.com/office/drawing/2014/main" id="{A20BC915-575B-40EE-EBE5-8E4CCE3EE2A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58851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a:solidFill>
                <a:schemeClr val="tx1"/>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9174F148-C6D8-A5D3-5FB2-5637B1F6328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2_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41215"/>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337976E5-E6CB-397E-A330-6B9BD4B1D037}"/>
              </a:ext>
            </a:extLst>
          </p:cNvPr>
          <p:cNvSpPr>
            <a:spLocks noGrp="1"/>
          </p:cNvSpPr>
          <p:nvPr>
            <p:ph type="body" sz="quarter" idx="13"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13" name="Picture 12" descr="A picture containing text, clipart&#10;&#10;Description automatically generated">
            <a:extLst>
              <a:ext uri="{FF2B5EF4-FFF2-40B4-BE49-F238E27FC236}">
                <a16:creationId xmlns:a16="http://schemas.microsoft.com/office/drawing/2014/main" id="{D160F8F1-C493-D88D-26A1-8AA61020F18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163812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microsoft.com/office/2007/relationships/hdphoto" Target="../media/hdphoto1.wdp"/><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pic>
        <p:nvPicPr>
          <p:cNvPr id="52" name="Picture 51" descr="A picture containing text, clipart&#10;&#10;Description automatically generated">
            <a:extLst>
              <a:ext uri="{FF2B5EF4-FFF2-40B4-BE49-F238E27FC236}">
                <a16:creationId xmlns:a16="http://schemas.microsoft.com/office/drawing/2014/main" id="{C765A4D8-AFB1-B0CE-CB5D-67499CD2E8B9}"/>
              </a:ext>
            </a:extLst>
          </p:cNvPr>
          <p:cNvPicPr>
            <a:picLocks noChangeAspect="1"/>
          </p:cNvPicPr>
          <p:nvPr userDrawn="1"/>
        </p:nvPicPr>
        <p:blipFill>
          <a:blip r:embed="rId33">
            <a:extLst>
              <a:ext uri="{BEBA8EAE-BF5A-486C-A8C5-ECC9F3942E4B}">
                <a14:imgProps xmlns:a14="http://schemas.microsoft.com/office/drawing/2010/main">
                  <a14:imgLayer r:embed="rId34">
                    <a14:imgEffect>
                      <a14:brightnessContrast bright="-100000" contrast="100000"/>
                    </a14:imgEffect>
                  </a14:imgLayer>
                </a14:imgProps>
              </a:ext>
            </a:extLst>
          </a:blip>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920" r:id="rId1"/>
    <p:sldLayoutId id="2147484928" r:id="rId2"/>
    <p:sldLayoutId id="2147484929"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6"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27" r:id="rId26"/>
    <p:sldLayoutId id="2147484671" r:id="rId27"/>
    <p:sldLayoutId id="2147484585" r:id="rId28"/>
    <p:sldLayoutId id="2147484924" r:id="rId29"/>
    <p:sldLayoutId id="2147484299" r:id="rId30"/>
    <p:sldLayoutId id="2147484930"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3.xml"/><Relationship Id="rId1" Type="http://schemas.openxmlformats.org/officeDocument/2006/relationships/tags" Target="../tags/tag1.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3.xml"/><Relationship Id="rId1" Type="http://schemas.openxmlformats.org/officeDocument/2006/relationships/tags" Target="../tags/tag2.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3.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3.xml"/><Relationship Id="rId1" Type="http://schemas.openxmlformats.org/officeDocument/2006/relationships/tags" Target="../tags/tag4.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5.x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6.x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7.xml"/><Relationship Id="rId5" Type="http://schemas.openxmlformats.org/officeDocument/2006/relationships/image" Target="../media/image9.e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3.xml"/><Relationship Id="rId1" Type="http://schemas.openxmlformats.org/officeDocument/2006/relationships/tags" Target="../tags/tag8.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9.x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0.xml"/><Relationship Id="rId5" Type="http://schemas.openxmlformats.org/officeDocument/2006/relationships/image" Target="../media/image9.emf"/><Relationship Id="rId4"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11.png"/><Relationship Id="rId2" Type="http://schemas.openxmlformats.org/officeDocument/2006/relationships/slideLayout" Target="../slideLayouts/slideLayout8.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notesSlide" Target="../notesSlides/notesSlide17.xml"/><Relationship Id="rId7" Type="http://schemas.openxmlformats.org/officeDocument/2006/relationships/image" Target="../media/image13.svg"/><Relationship Id="rId2" Type="http://schemas.openxmlformats.org/officeDocument/2006/relationships/slideLayout" Target="../slideLayouts/slideLayout8.xml"/><Relationship Id="rId1" Type="http://schemas.openxmlformats.org/officeDocument/2006/relationships/tags" Target="../tags/tag12.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9.emf"/><Relationship Id="rId10" Type="http://schemas.openxmlformats.org/officeDocument/2006/relationships/image" Target="../media/image16.svg"/><Relationship Id="rId4" Type="http://schemas.openxmlformats.org/officeDocument/2006/relationships/oleObject" Target="../embeddings/oleObject9.bin"/><Relationship Id="rId9" Type="http://schemas.openxmlformats.org/officeDocument/2006/relationships/image" Target="../media/image15.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customXml" Target="../../customXml/item11.xml"/><Relationship Id="rId1" Type="http://schemas.openxmlformats.org/officeDocument/2006/relationships/customXml" Target="../../customXml/item10.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80B4-98C8-08BB-E610-6D67CC436F48}"/>
              </a:ext>
            </a:extLst>
          </p:cNvPr>
          <p:cNvSpPr>
            <a:spLocks noGrp="1"/>
          </p:cNvSpPr>
          <p:nvPr>
            <p:ph type="title"/>
          </p:nvPr>
        </p:nvSpPr>
        <p:spPr>
          <a:xfrm>
            <a:off x="5162551" y="1641215"/>
            <a:ext cx="6678350" cy="1941576"/>
          </a:xfrm>
        </p:spPr>
        <p:txBody>
          <a:bodyPr/>
          <a:lstStyle/>
          <a:p>
            <a:r>
              <a:rPr lang="en-US" dirty="0">
                <a:solidFill>
                  <a:srgbClr val="000000"/>
                </a:solidFill>
                <a:latin typeface="Arial" panose="020B0604020202020204" pitchFamily="34" charset="0"/>
              </a:rPr>
              <a:t>AMD Vivado™ AI Assistant: Introduction</a:t>
            </a:r>
            <a:endParaRPr lang="en-US" dirty="0"/>
          </a:p>
        </p:txBody>
      </p:sp>
      <p:sp>
        <p:nvSpPr>
          <p:cNvPr id="3" name="Text Placeholder 2">
            <a:extLst>
              <a:ext uri="{FF2B5EF4-FFF2-40B4-BE49-F238E27FC236}">
                <a16:creationId xmlns:a16="http://schemas.microsoft.com/office/drawing/2014/main" id="{88EE2DBE-1D4E-E5BD-2C06-D05C5FE26273}"/>
              </a:ext>
            </a:extLst>
          </p:cNvPr>
          <p:cNvSpPr>
            <a:spLocks noGrp="1"/>
          </p:cNvSpPr>
          <p:nvPr>
            <p:ph type="body" sz="quarter" idx="13"/>
          </p:nvPr>
        </p:nvSpPr>
        <p:spPr>
          <a:xfrm>
            <a:off x="5350260" y="3875650"/>
            <a:ext cx="6244332" cy="276999"/>
          </a:xfrm>
        </p:spPr>
        <p:txBody>
          <a:bodyPr/>
          <a:lstStyle/>
          <a:p>
            <a:r>
              <a:rPr lang="en-US" dirty="0"/>
              <a:t>2026.1 EA</a:t>
            </a:r>
          </a:p>
        </p:txBody>
      </p:sp>
    </p:spTree>
    <p:extLst>
      <p:ext uri="{BB962C8B-B14F-4D97-AF65-F5344CB8AC3E}">
        <p14:creationId xmlns:p14="http://schemas.microsoft.com/office/powerpoint/2010/main" val="303021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37B42A0-B91B-F0D5-F179-9B683A7BE77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837B42A0-B91B-F0D5-F179-9B683A7BE7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9142B85-0282-5811-F9EE-94AE7245E564}"/>
              </a:ext>
            </a:extLst>
          </p:cNvPr>
          <p:cNvSpPr>
            <a:spLocks noGrp="1"/>
          </p:cNvSpPr>
          <p:nvPr>
            <p:ph type="title"/>
          </p:nvPr>
        </p:nvSpPr>
        <p:spPr/>
        <p:txBody>
          <a:bodyPr vert="horz" wrap="square" anchor="t">
            <a:normAutofit/>
          </a:bodyPr>
          <a:lstStyle/>
          <a:p>
            <a:r>
              <a:rPr lang="en-US" dirty="0">
                <a:latin typeface="Arial Bold" panose="020B0704020202020204" pitchFamily="34" charset="0"/>
              </a:rPr>
              <a:t>Agenda</a:t>
            </a:r>
          </a:p>
        </p:txBody>
      </p:sp>
      <p:grpSp>
        <p:nvGrpSpPr>
          <p:cNvPr id="17" name="Group 16">
            <a:extLst>
              <a:ext uri="{FF2B5EF4-FFF2-40B4-BE49-F238E27FC236}">
                <a16:creationId xmlns:a16="http://schemas.microsoft.com/office/drawing/2014/main" id="{74ACD1D7-D27A-C157-0783-414B72A7D93E}"/>
              </a:ext>
            </a:extLst>
          </p:cNvPr>
          <p:cNvGrpSpPr/>
          <p:nvPr/>
        </p:nvGrpSpPr>
        <p:grpSpPr>
          <a:xfrm>
            <a:off x="4648200" y="2131029"/>
            <a:ext cx="6959601" cy="928830"/>
            <a:chOff x="4648200" y="2131029"/>
            <a:chExt cx="6959601" cy="928830"/>
          </a:xfrm>
        </p:grpSpPr>
        <p:sp>
          <p:nvSpPr>
            <p:cNvPr id="6" name="Rectangle: Diagonal Corners Snipped 5">
              <a:extLst>
                <a:ext uri="{FF2B5EF4-FFF2-40B4-BE49-F238E27FC236}">
                  <a16:creationId xmlns:a16="http://schemas.microsoft.com/office/drawing/2014/main" id="{DEF1634E-30F1-5A0D-18AE-7C9C42E08AEA}"/>
                </a:ext>
              </a:extLst>
            </p:cNvPr>
            <p:cNvSpPr/>
            <p:nvPr/>
          </p:nvSpPr>
          <p:spPr bwMode="auto">
            <a:xfrm>
              <a:off x="4648200" y="2131029"/>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1</a:t>
              </a:r>
            </a:p>
          </p:txBody>
        </p:sp>
        <p:sp>
          <p:nvSpPr>
            <p:cNvPr id="7" name="TextBox 6">
              <a:extLst>
                <a:ext uri="{FF2B5EF4-FFF2-40B4-BE49-F238E27FC236}">
                  <a16:creationId xmlns:a16="http://schemas.microsoft.com/office/drawing/2014/main" id="{AADC96AB-D2CF-21C0-6D91-8EFDBFAC39EF}"/>
                </a:ext>
              </a:extLst>
            </p:cNvPr>
            <p:cNvSpPr txBox="1"/>
            <p:nvPr/>
          </p:nvSpPr>
          <p:spPr>
            <a:xfrm>
              <a:off x="5140960" y="2167307"/>
              <a:ext cx="6466841" cy="892552"/>
            </a:xfrm>
            <a:prstGeom prst="rect">
              <a:avLst/>
            </a:prstGeom>
            <a:noFill/>
          </p:spPr>
          <p:txBody>
            <a:bodyPr wrap="square" lIns="0" tIns="0" rIns="0" bIns="0" anchor="t">
              <a:spAutoFit/>
            </a:bodyPr>
            <a:lstStyle/>
            <a:p>
              <a:pPr>
                <a:spcAft>
                  <a:spcPts val="600"/>
                </a:spcAft>
              </a:pPr>
              <a:r>
                <a:rPr lang="en-US" sz="1600" b="1" dirty="0">
                  <a:latin typeface="+mj-lt"/>
                </a:rPr>
                <a:t>Agentic AI is Here</a:t>
              </a:r>
            </a:p>
            <a:p>
              <a:pPr marL="285750" lvl="0" indent="-285750">
                <a:spcAft>
                  <a:spcPts val="600"/>
                </a:spcAft>
                <a:buFont typeface="Arial" panose="020B0604020202020204" pitchFamily="34" charset="0"/>
                <a:buChar char="•"/>
              </a:pPr>
              <a:r>
                <a:rPr lang="en-US" sz="1600" dirty="0">
                  <a:latin typeface="+mj-lt"/>
                </a:rPr>
                <a:t>What Vivado™ AI Assistant is</a:t>
              </a:r>
            </a:p>
            <a:p>
              <a:pPr marL="285750" lvl="0" indent="-285750">
                <a:spcAft>
                  <a:spcPts val="600"/>
                </a:spcAft>
                <a:buFont typeface="Arial" panose="020B0604020202020204" pitchFamily="34" charset="0"/>
                <a:buChar char="•"/>
              </a:pPr>
              <a:r>
                <a:rPr lang="en-US" sz="1600" dirty="0">
                  <a:latin typeface="+mj-lt"/>
                </a:rPr>
                <a:t>Productivity multiplier</a:t>
              </a:r>
            </a:p>
          </p:txBody>
        </p:sp>
      </p:grpSp>
      <p:grpSp>
        <p:nvGrpSpPr>
          <p:cNvPr id="5" name="Group 4">
            <a:extLst>
              <a:ext uri="{FF2B5EF4-FFF2-40B4-BE49-F238E27FC236}">
                <a16:creationId xmlns:a16="http://schemas.microsoft.com/office/drawing/2014/main" id="{3EA46F28-CA56-40D2-23CF-48DECD2CC7CF}"/>
              </a:ext>
            </a:extLst>
          </p:cNvPr>
          <p:cNvGrpSpPr/>
          <p:nvPr/>
        </p:nvGrpSpPr>
        <p:grpSpPr>
          <a:xfrm>
            <a:off x="4648200" y="3204306"/>
            <a:ext cx="6959601" cy="1009195"/>
            <a:chOff x="4648200" y="3047891"/>
            <a:chExt cx="6959601" cy="1009195"/>
          </a:xfrm>
        </p:grpSpPr>
        <p:cxnSp>
          <p:nvCxnSpPr>
            <p:cNvPr id="8" name="Straight Connector 7">
              <a:extLst>
                <a:ext uri="{FF2B5EF4-FFF2-40B4-BE49-F238E27FC236}">
                  <a16:creationId xmlns:a16="http://schemas.microsoft.com/office/drawing/2014/main" id="{4D5ECE01-7098-B965-0E65-1E31C631766A}"/>
                </a:ext>
              </a:extLst>
            </p:cNvPr>
            <p:cNvCxnSpPr>
              <a:cxnSpLocks/>
            </p:cNvCxnSpPr>
            <p:nvPr/>
          </p:nvCxnSpPr>
          <p:spPr>
            <a:xfrm>
              <a:off x="5140960" y="30478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Rectangle: Diagonal Corners Snipped 8">
              <a:extLst>
                <a:ext uri="{FF2B5EF4-FFF2-40B4-BE49-F238E27FC236}">
                  <a16:creationId xmlns:a16="http://schemas.microsoft.com/office/drawing/2014/main" id="{CE6F008A-B1D6-7555-3587-60846857D827}"/>
                </a:ext>
              </a:extLst>
            </p:cNvPr>
            <p:cNvSpPr/>
            <p:nvPr/>
          </p:nvSpPr>
          <p:spPr bwMode="auto">
            <a:xfrm>
              <a:off x="4648200" y="3128256"/>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2</a:t>
              </a:r>
            </a:p>
          </p:txBody>
        </p:sp>
        <p:sp>
          <p:nvSpPr>
            <p:cNvPr id="10" name="TextBox 9">
              <a:extLst>
                <a:ext uri="{FF2B5EF4-FFF2-40B4-BE49-F238E27FC236}">
                  <a16:creationId xmlns:a16="http://schemas.microsoft.com/office/drawing/2014/main" id="{E5687859-AED3-7C43-9920-A5DEB8616131}"/>
                </a:ext>
              </a:extLst>
            </p:cNvPr>
            <p:cNvSpPr txBox="1"/>
            <p:nvPr/>
          </p:nvSpPr>
          <p:spPr>
            <a:xfrm>
              <a:off x="5140960" y="3164534"/>
              <a:ext cx="6466841" cy="892552"/>
            </a:xfrm>
            <a:prstGeom prst="rect">
              <a:avLst/>
            </a:prstGeom>
            <a:noFill/>
          </p:spPr>
          <p:txBody>
            <a:bodyPr wrap="square" lIns="0" tIns="0" rIns="0" bIns="0" anchor="t">
              <a:spAutoFit/>
            </a:bodyPr>
            <a:lstStyle/>
            <a:p>
              <a:pPr>
                <a:spcAft>
                  <a:spcPts val="600"/>
                </a:spcAft>
              </a:pPr>
              <a:r>
                <a:rPr lang="en-US" sz="1600" b="1" dirty="0">
                  <a:latin typeface="+mj-lt"/>
                </a:rPr>
                <a:t>The AI Foundation</a:t>
              </a:r>
            </a:p>
            <a:p>
              <a:pPr marL="285750" lvl="0" indent="-285750">
                <a:spcAft>
                  <a:spcPts val="600"/>
                </a:spcAft>
                <a:buFont typeface="Arial" panose="020B0604020202020204" pitchFamily="34" charset="0"/>
                <a:buChar char="•"/>
              </a:pPr>
              <a:r>
                <a:rPr lang="en-US" sz="1600" dirty="0">
                  <a:latin typeface="+mj-lt"/>
                </a:rPr>
                <a:t>MCP + Agent Skills: The guiding principle</a:t>
              </a:r>
            </a:p>
            <a:p>
              <a:pPr marL="285750" lvl="0" indent="-285750">
                <a:spcAft>
                  <a:spcPts val="600"/>
                </a:spcAft>
                <a:buFont typeface="Arial" panose="020B0604020202020204" pitchFamily="34" charset="0"/>
                <a:buChar char="•"/>
              </a:pPr>
              <a:r>
                <a:rPr lang="en-US" sz="1600" dirty="0">
                  <a:latin typeface="+mj-lt"/>
                </a:rPr>
                <a:t>IDE/CLI-agnostic AMD Vivado MCP Server (EA)</a:t>
              </a:r>
            </a:p>
          </p:txBody>
        </p:sp>
      </p:grpSp>
      <p:grpSp>
        <p:nvGrpSpPr>
          <p:cNvPr id="3" name="Group 2">
            <a:extLst>
              <a:ext uri="{FF2B5EF4-FFF2-40B4-BE49-F238E27FC236}">
                <a16:creationId xmlns:a16="http://schemas.microsoft.com/office/drawing/2014/main" id="{7E6BDE3E-E824-234B-B939-A836959DA2BB}"/>
              </a:ext>
            </a:extLst>
          </p:cNvPr>
          <p:cNvGrpSpPr/>
          <p:nvPr/>
        </p:nvGrpSpPr>
        <p:grpSpPr>
          <a:xfrm>
            <a:off x="4648200" y="4442167"/>
            <a:ext cx="6959601" cy="1009195"/>
            <a:chOff x="4648200" y="4045118"/>
            <a:chExt cx="6959601" cy="1009195"/>
          </a:xfrm>
        </p:grpSpPr>
        <p:cxnSp>
          <p:nvCxnSpPr>
            <p:cNvPr id="11" name="Straight Connector 10">
              <a:extLst>
                <a:ext uri="{FF2B5EF4-FFF2-40B4-BE49-F238E27FC236}">
                  <a16:creationId xmlns:a16="http://schemas.microsoft.com/office/drawing/2014/main" id="{43BC76C1-2B17-5DA1-890F-5D2AB655FC39}"/>
                </a:ext>
              </a:extLst>
            </p:cNvPr>
            <p:cNvCxnSpPr>
              <a:cxnSpLocks/>
            </p:cNvCxnSpPr>
            <p:nvPr/>
          </p:nvCxnSpPr>
          <p:spPr>
            <a:xfrm>
              <a:off x="5140960" y="4045118"/>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Diagonal Corners Snipped 11">
              <a:extLst>
                <a:ext uri="{FF2B5EF4-FFF2-40B4-BE49-F238E27FC236}">
                  <a16:creationId xmlns:a16="http://schemas.microsoft.com/office/drawing/2014/main" id="{5A08CADA-CEA2-0813-7897-2DDE13B1B3AE}"/>
                </a:ext>
              </a:extLst>
            </p:cNvPr>
            <p:cNvSpPr/>
            <p:nvPr/>
          </p:nvSpPr>
          <p:spPr bwMode="auto">
            <a:xfrm>
              <a:off x="4648200" y="4125483"/>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3DC7721C-4EC0-D366-05CA-65248961F115}"/>
                </a:ext>
              </a:extLst>
            </p:cNvPr>
            <p:cNvSpPr txBox="1"/>
            <p:nvPr/>
          </p:nvSpPr>
          <p:spPr>
            <a:xfrm>
              <a:off x="5140960" y="4161761"/>
              <a:ext cx="6466841" cy="892552"/>
            </a:xfrm>
            <a:prstGeom prst="rect">
              <a:avLst/>
            </a:prstGeom>
            <a:noFill/>
          </p:spPr>
          <p:txBody>
            <a:bodyPr wrap="square" lIns="0" tIns="0" rIns="0" bIns="0" anchor="t">
              <a:spAutoFit/>
            </a:bodyPr>
            <a:lstStyle/>
            <a:p>
              <a:pPr>
                <a:spcAft>
                  <a:spcPts val="600"/>
                </a:spcAft>
              </a:pPr>
              <a:r>
                <a:rPr lang="en-US" sz="1600" b="1" dirty="0">
                  <a:latin typeface="+mj-lt"/>
                </a:rPr>
                <a:t>Knowledge &amp; Intelligence</a:t>
              </a:r>
            </a:p>
            <a:p>
              <a:pPr marL="285750" lvl="0" indent="-285750">
                <a:spcAft>
                  <a:spcPts val="600"/>
                </a:spcAft>
                <a:buFont typeface="Arial" panose="020B0604020202020204" pitchFamily="34" charset="0"/>
                <a:buChar char="•"/>
              </a:pPr>
              <a:r>
                <a:rPr lang="en-US" sz="1600" dirty="0">
                  <a:latin typeface="+mj-lt"/>
                </a:rPr>
                <a:t>Vivado IDE docs search + knowledge base</a:t>
              </a:r>
            </a:p>
            <a:p>
              <a:pPr marL="285750" lvl="0" indent="-285750">
                <a:spcAft>
                  <a:spcPts val="600"/>
                </a:spcAft>
                <a:buFont typeface="Arial" panose="020B0604020202020204" pitchFamily="34" charset="0"/>
                <a:buChar char="•"/>
              </a:pPr>
              <a:r>
                <a:rPr lang="en-US" sz="1600" dirty="0">
                  <a:latin typeface="+mj-lt"/>
                </a:rPr>
                <a:t>Quality &amp; benchmarking (Trustworthiness of retrieval)</a:t>
              </a:r>
            </a:p>
          </p:txBody>
        </p:sp>
      </p:grpSp>
    </p:spTree>
    <p:extLst>
      <p:ext uri="{BB962C8B-B14F-4D97-AF65-F5344CB8AC3E}">
        <p14:creationId xmlns:p14="http://schemas.microsoft.com/office/powerpoint/2010/main" val="6109016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96572-936A-7B87-7337-3F85C28B553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0014365-1C6A-4775-D865-F45BC7919E4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10014365-1C6A-4775-D865-F45BC7919E4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EF5D994-A1BB-8D0D-88EC-2024AF451CF2}"/>
              </a:ext>
            </a:extLst>
          </p:cNvPr>
          <p:cNvSpPr>
            <a:spLocks noGrp="1"/>
          </p:cNvSpPr>
          <p:nvPr>
            <p:ph type="title"/>
          </p:nvPr>
        </p:nvSpPr>
        <p:spPr/>
        <p:txBody>
          <a:bodyPr vert="horz" wrap="square" anchor="t">
            <a:normAutofit/>
          </a:bodyPr>
          <a:lstStyle/>
          <a:p>
            <a:r>
              <a:rPr lang="en-US" dirty="0">
                <a:latin typeface="Arial Bold" panose="020B0704020202020204" pitchFamily="34" charset="0"/>
              </a:rPr>
              <a:t>Agenda</a:t>
            </a:r>
          </a:p>
        </p:txBody>
      </p:sp>
      <p:grpSp>
        <p:nvGrpSpPr>
          <p:cNvPr id="17" name="Group 16">
            <a:extLst>
              <a:ext uri="{FF2B5EF4-FFF2-40B4-BE49-F238E27FC236}">
                <a16:creationId xmlns:a16="http://schemas.microsoft.com/office/drawing/2014/main" id="{94C1939B-B699-74C3-0CF1-624E2931A795}"/>
              </a:ext>
            </a:extLst>
          </p:cNvPr>
          <p:cNvGrpSpPr/>
          <p:nvPr/>
        </p:nvGrpSpPr>
        <p:grpSpPr>
          <a:xfrm>
            <a:off x="4648200" y="2131029"/>
            <a:ext cx="6959601" cy="928830"/>
            <a:chOff x="4648200" y="2131029"/>
            <a:chExt cx="6959601" cy="928830"/>
          </a:xfrm>
        </p:grpSpPr>
        <p:sp>
          <p:nvSpPr>
            <p:cNvPr id="6" name="Rectangle: Diagonal Corners Snipped 5">
              <a:extLst>
                <a:ext uri="{FF2B5EF4-FFF2-40B4-BE49-F238E27FC236}">
                  <a16:creationId xmlns:a16="http://schemas.microsoft.com/office/drawing/2014/main" id="{74B8067C-45E2-1BD7-1226-4053797EBBD2}"/>
                </a:ext>
              </a:extLst>
            </p:cNvPr>
            <p:cNvSpPr/>
            <p:nvPr/>
          </p:nvSpPr>
          <p:spPr bwMode="auto">
            <a:xfrm>
              <a:off x="4648200" y="2131029"/>
              <a:ext cx="288000" cy="28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1</a:t>
              </a:r>
            </a:p>
          </p:txBody>
        </p:sp>
        <p:sp>
          <p:nvSpPr>
            <p:cNvPr id="7" name="TextBox 6">
              <a:extLst>
                <a:ext uri="{FF2B5EF4-FFF2-40B4-BE49-F238E27FC236}">
                  <a16:creationId xmlns:a16="http://schemas.microsoft.com/office/drawing/2014/main" id="{9254A6C6-1802-9DD1-2FEF-2C5AFF485352}"/>
                </a:ext>
              </a:extLst>
            </p:cNvPr>
            <p:cNvSpPr txBox="1"/>
            <p:nvPr/>
          </p:nvSpPr>
          <p:spPr>
            <a:xfrm>
              <a:off x="5140960" y="2167307"/>
              <a:ext cx="6466841" cy="892552"/>
            </a:xfrm>
            <a:prstGeom prst="rect">
              <a:avLst/>
            </a:prstGeom>
            <a:noFill/>
          </p:spPr>
          <p:txBody>
            <a:bodyPr wrap="square" lIns="0" tIns="0" rIns="0" bIns="0" anchor="t">
              <a:spAutoFit/>
            </a:bodyPr>
            <a:lstStyle/>
            <a:p>
              <a:pPr>
                <a:spcAft>
                  <a:spcPts val="600"/>
                </a:spcAft>
              </a:pPr>
              <a:r>
                <a:rPr lang="en-US" sz="1600" b="1" dirty="0"/>
                <a:t>Agentic AI is Here</a:t>
              </a:r>
            </a:p>
            <a:p>
              <a:pPr marL="285750" lvl="0" indent="-285750">
                <a:spcAft>
                  <a:spcPts val="600"/>
                </a:spcAft>
                <a:buFont typeface="Arial" panose="020B0604020202020204" pitchFamily="34" charset="0"/>
                <a:buChar char="•"/>
              </a:pPr>
              <a:r>
                <a:rPr lang="en-US" sz="1600" dirty="0"/>
                <a:t>What Vivado™ AI Assistant is</a:t>
              </a:r>
            </a:p>
            <a:p>
              <a:pPr marL="285750" lvl="0" indent="-285750">
                <a:spcAft>
                  <a:spcPts val="600"/>
                </a:spcAft>
                <a:buFont typeface="Arial" panose="020B0604020202020204" pitchFamily="34" charset="0"/>
                <a:buChar char="•"/>
              </a:pPr>
              <a:r>
                <a:rPr lang="en-US" sz="1600" dirty="0"/>
                <a:t>Productivity multiplier</a:t>
              </a:r>
            </a:p>
          </p:txBody>
        </p:sp>
      </p:grpSp>
      <p:grpSp>
        <p:nvGrpSpPr>
          <p:cNvPr id="37" name="Group 36">
            <a:extLst>
              <a:ext uri="{FF2B5EF4-FFF2-40B4-BE49-F238E27FC236}">
                <a16:creationId xmlns:a16="http://schemas.microsoft.com/office/drawing/2014/main" id="{87EF809E-0CF7-2E77-4685-6D32D6F55698}"/>
              </a:ext>
            </a:extLst>
          </p:cNvPr>
          <p:cNvGrpSpPr/>
          <p:nvPr/>
        </p:nvGrpSpPr>
        <p:grpSpPr>
          <a:xfrm>
            <a:off x="4648200" y="3204306"/>
            <a:ext cx="6959601" cy="1009195"/>
            <a:chOff x="4648200" y="3047891"/>
            <a:chExt cx="6959601" cy="1009195"/>
          </a:xfrm>
        </p:grpSpPr>
        <p:cxnSp>
          <p:nvCxnSpPr>
            <p:cNvPr id="38" name="Straight Connector 37">
              <a:extLst>
                <a:ext uri="{FF2B5EF4-FFF2-40B4-BE49-F238E27FC236}">
                  <a16:creationId xmlns:a16="http://schemas.microsoft.com/office/drawing/2014/main" id="{09948EC3-F69C-FCDC-DE4E-8D2FB2FCDD70}"/>
                </a:ext>
              </a:extLst>
            </p:cNvPr>
            <p:cNvCxnSpPr>
              <a:cxnSpLocks/>
            </p:cNvCxnSpPr>
            <p:nvPr/>
          </p:nvCxnSpPr>
          <p:spPr>
            <a:xfrm>
              <a:off x="5140960" y="30478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9" name="Rectangle: Diagonal Corners Snipped 38">
              <a:extLst>
                <a:ext uri="{FF2B5EF4-FFF2-40B4-BE49-F238E27FC236}">
                  <a16:creationId xmlns:a16="http://schemas.microsoft.com/office/drawing/2014/main" id="{25FA9E00-A8C7-704F-381E-69DF7DC78607}"/>
                </a:ext>
              </a:extLst>
            </p:cNvPr>
            <p:cNvSpPr/>
            <p:nvPr/>
          </p:nvSpPr>
          <p:spPr bwMode="auto">
            <a:xfrm>
              <a:off x="4648200" y="3128256"/>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2</a:t>
              </a:r>
            </a:p>
          </p:txBody>
        </p:sp>
        <p:sp>
          <p:nvSpPr>
            <p:cNvPr id="40" name="TextBox 39">
              <a:extLst>
                <a:ext uri="{FF2B5EF4-FFF2-40B4-BE49-F238E27FC236}">
                  <a16:creationId xmlns:a16="http://schemas.microsoft.com/office/drawing/2014/main" id="{18358284-1115-C881-4163-495BE359F876}"/>
                </a:ext>
              </a:extLst>
            </p:cNvPr>
            <p:cNvSpPr txBox="1"/>
            <p:nvPr/>
          </p:nvSpPr>
          <p:spPr>
            <a:xfrm>
              <a:off x="5140960" y="3164534"/>
              <a:ext cx="6466841" cy="892552"/>
            </a:xfrm>
            <a:prstGeom prst="rect">
              <a:avLst/>
            </a:prstGeom>
            <a:noFill/>
          </p:spPr>
          <p:txBody>
            <a:bodyPr wrap="square" lIns="0" tIns="0" rIns="0" bIns="0" anchor="t">
              <a:spAutoFit/>
            </a:bodyPr>
            <a:lstStyle/>
            <a:p>
              <a:pPr>
                <a:spcAft>
                  <a:spcPts val="600"/>
                </a:spcAft>
              </a:pPr>
              <a:r>
                <a:rPr lang="en-US" sz="1600" b="1" dirty="0">
                  <a:latin typeface="+mj-lt"/>
                </a:rPr>
                <a:t>The AI Foundation</a:t>
              </a:r>
            </a:p>
            <a:p>
              <a:pPr marL="285750" lvl="0" indent="-285750">
                <a:spcAft>
                  <a:spcPts val="600"/>
                </a:spcAft>
                <a:buFont typeface="Arial" panose="020B0604020202020204" pitchFamily="34" charset="0"/>
                <a:buChar char="•"/>
              </a:pPr>
              <a:r>
                <a:rPr lang="en-US" sz="1600" dirty="0">
                  <a:latin typeface="+mj-lt"/>
                </a:rPr>
                <a:t>MCP + Agent Skills: The guiding principle</a:t>
              </a:r>
            </a:p>
            <a:p>
              <a:pPr marL="285750" lvl="0" indent="-285750">
                <a:spcAft>
                  <a:spcPts val="600"/>
                </a:spcAft>
                <a:buFont typeface="Arial" panose="020B0604020202020204" pitchFamily="34" charset="0"/>
                <a:buChar char="•"/>
              </a:pPr>
              <a:r>
                <a:rPr lang="en-US" sz="1600" dirty="0">
                  <a:latin typeface="+mj-lt"/>
                </a:rPr>
                <a:t>IDE/CLI-agnostic AMD Vivado MCP Server (EA)</a:t>
              </a:r>
            </a:p>
          </p:txBody>
        </p:sp>
      </p:grpSp>
      <p:grpSp>
        <p:nvGrpSpPr>
          <p:cNvPr id="41" name="Group 40">
            <a:extLst>
              <a:ext uri="{FF2B5EF4-FFF2-40B4-BE49-F238E27FC236}">
                <a16:creationId xmlns:a16="http://schemas.microsoft.com/office/drawing/2014/main" id="{C996581D-9E51-7A15-6BA0-607EC99F2E09}"/>
              </a:ext>
            </a:extLst>
          </p:cNvPr>
          <p:cNvGrpSpPr/>
          <p:nvPr/>
        </p:nvGrpSpPr>
        <p:grpSpPr>
          <a:xfrm>
            <a:off x="4648200" y="4442167"/>
            <a:ext cx="6959601" cy="1009195"/>
            <a:chOff x="4648200" y="4045118"/>
            <a:chExt cx="6959601" cy="1009195"/>
          </a:xfrm>
        </p:grpSpPr>
        <p:cxnSp>
          <p:nvCxnSpPr>
            <p:cNvPr id="42" name="Straight Connector 41">
              <a:extLst>
                <a:ext uri="{FF2B5EF4-FFF2-40B4-BE49-F238E27FC236}">
                  <a16:creationId xmlns:a16="http://schemas.microsoft.com/office/drawing/2014/main" id="{B7B0E63A-D6F2-2276-10EC-94555C503B49}"/>
                </a:ext>
              </a:extLst>
            </p:cNvPr>
            <p:cNvCxnSpPr>
              <a:cxnSpLocks/>
            </p:cNvCxnSpPr>
            <p:nvPr/>
          </p:nvCxnSpPr>
          <p:spPr>
            <a:xfrm>
              <a:off x="5140960" y="4045118"/>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Rectangle: Diagonal Corners Snipped 42">
              <a:extLst>
                <a:ext uri="{FF2B5EF4-FFF2-40B4-BE49-F238E27FC236}">
                  <a16:creationId xmlns:a16="http://schemas.microsoft.com/office/drawing/2014/main" id="{113B9A24-918B-7C8A-C67C-627C6D338424}"/>
                </a:ext>
              </a:extLst>
            </p:cNvPr>
            <p:cNvSpPr/>
            <p:nvPr/>
          </p:nvSpPr>
          <p:spPr bwMode="auto">
            <a:xfrm>
              <a:off x="4648200" y="4125483"/>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3</a:t>
              </a:r>
            </a:p>
          </p:txBody>
        </p:sp>
        <p:sp>
          <p:nvSpPr>
            <p:cNvPr id="44" name="TextBox 43">
              <a:extLst>
                <a:ext uri="{FF2B5EF4-FFF2-40B4-BE49-F238E27FC236}">
                  <a16:creationId xmlns:a16="http://schemas.microsoft.com/office/drawing/2014/main" id="{7EC5F083-C87D-3E8A-9899-35DC77B943C9}"/>
                </a:ext>
              </a:extLst>
            </p:cNvPr>
            <p:cNvSpPr txBox="1"/>
            <p:nvPr/>
          </p:nvSpPr>
          <p:spPr>
            <a:xfrm>
              <a:off x="5140960" y="4161761"/>
              <a:ext cx="6466841" cy="892552"/>
            </a:xfrm>
            <a:prstGeom prst="rect">
              <a:avLst/>
            </a:prstGeom>
            <a:noFill/>
          </p:spPr>
          <p:txBody>
            <a:bodyPr wrap="square" lIns="0" tIns="0" rIns="0" bIns="0" anchor="t">
              <a:spAutoFit/>
            </a:bodyPr>
            <a:lstStyle/>
            <a:p>
              <a:pPr>
                <a:spcAft>
                  <a:spcPts val="600"/>
                </a:spcAft>
              </a:pPr>
              <a:r>
                <a:rPr lang="en-US" sz="1600" b="1" dirty="0">
                  <a:latin typeface="+mj-lt"/>
                </a:rPr>
                <a:t>Knowledge &amp; Intelligence</a:t>
              </a:r>
            </a:p>
            <a:p>
              <a:pPr marL="285750" lvl="0" indent="-285750">
                <a:spcAft>
                  <a:spcPts val="600"/>
                </a:spcAft>
                <a:buFont typeface="Arial" panose="020B0604020202020204" pitchFamily="34" charset="0"/>
                <a:buChar char="•"/>
              </a:pPr>
              <a:r>
                <a:rPr lang="en-US" sz="1600" dirty="0">
                  <a:latin typeface="+mj-lt"/>
                </a:rPr>
                <a:t>Vivado IDE docs search + knowledge base</a:t>
              </a:r>
            </a:p>
            <a:p>
              <a:pPr marL="285750" lvl="0" indent="-285750">
                <a:spcAft>
                  <a:spcPts val="600"/>
                </a:spcAft>
                <a:buFont typeface="Arial" panose="020B0604020202020204" pitchFamily="34" charset="0"/>
                <a:buChar char="•"/>
              </a:pPr>
              <a:r>
                <a:rPr lang="en-US" sz="1600" dirty="0">
                  <a:latin typeface="+mj-lt"/>
                </a:rPr>
                <a:t>Quality &amp; benchmarking (Trustworthiness of retrieval)</a:t>
              </a:r>
            </a:p>
          </p:txBody>
        </p:sp>
      </p:grpSp>
    </p:spTree>
    <p:extLst>
      <p:ext uri="{BB962C8B-B14F-4D97-AF65-F5344CB8AC3E}">
        <p14:creationId xmlns:p14="http://schemas.microsoft.com/office/powerpoint/2010/main" val="29383456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6CD91E0-25F2-6108-0C40-836D5E6C9B1E}"/>
              </a:ext>
            </a:extLst>
          </p:cNvPr>
          <p:cNvSpPr>
            <a:spLocks noGrp="1"/>
          </p:cNvSpPr>
          <p:nvPr>
            <p:ph type="title"/>
          </p:nvPr>
        </p:nvSpPr>
        <p:spPr/>
        <p:txBody>
          <a:bodyPr/>
          <a:lstStyle/>
          <a:p>
            <a:r>
              <a:rPr lang="en-US" dirty="0">
                <a:solidFill>
                  <a:srgbClr val="000000"/>
                </a:solidFill>
                <a:latin typeface="Arial" panose="020B0604020202020204" pitchFamily="34" charset="0"/>
              </a:rPr>
              <a:t>What Vivado AI Assistant Is</a:t>
            </a:r>
            <a:endParaRPr lang="en-US" dirty="0"/>
          </a:p>
        </p:txBody>
      </p:sp>
      <p:sp>
        <p:nvSpPr>
          <p:cNvPr id="2" name="Rectangle: Diagonal Corners Snipped 1">
            <a:extLst>
              <a:ext uri="{FF2B5EF4-FFF2-40B4-BE49-F238E27FC236}">
                <a16:creationId xmlns:a16="http://schemas.microsoft.com/office/drawing/2014/main" id="{57CA397D-6A02-6796-FB09-FAA9B6294B09}"/>
              </a:ext>
            </a:extLst>
          </p:cNvPr>
          <p:cNvSpPr/>
          <p:nvPr/>
        </p:nvSpPr>
        <p:spPr bwMode="auto">
          <a:xfrm>
            <a:off x="586740" y="1188008"/>
            <a:ext cx="11018520" cy="622723"/>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2000" b="1" dirty="0">
                <a:solidFill>
                  <a:schemeClr val="bg1"/>
                </a:solidFill>
                <a:latin typeface="Arial" panose="020B0604020202020204" pitchFamily="34" charset="0"/>
              </a:rPr>
              <a:t>Tell the Vivado™ tool what to do — in plain English</a:t>
            </a:r>
          </a:p>
        </p:txBody>
      </p:sp>
      <p:sp>
        <p:nvSpPr>
          <p:cNvPr id="3" name="TextBox 2">
            <a:extLst>
              <a:ext uri="{FF2B5EF4-FFF2-40B4-BE49-F238E27FC236}">
                <a16:creationId xmlns:a16="http://schemas.microsoft.com/office/drawing/2014/main" id="{075F64FF-75E5-8841-522F-22E69FD771E4}"/>
              </a:ext>
            </a:extLst>
          </p:cNvPr>
          <p:cNvSpPr txBox="1"/>
          <p:nvPr/>
        </p:nvSpPr>
        <p:spPr>
          <a:xfrm>
            <a:off x="586740" y="1976062"/>
            <a:ext cx="11018520" cy="759460"/>
          </a:xfrm>
          <a:prstGeom prst="rect">
            <a:avLst/>
          </a:prstGeom>
          <a:solidFill>
            <a:schemeClr val="bg1">
              <a:lumMod val="95000"/>
            </a:schemeClr>
          </a:solidFill>
        </p:spPr>
        <p:txBody>
          <a:bodyPr wrap="square" lIns="108000" tIns="0" rIns="108000" bIns="0" anchor="ctr">
            <a:noAutofit/>
          </a:bodyPr>
          <a:lstStyle/>
          <a:p>
            <a:r>
              <a:rPr lang="en-US" sz="1600" b="1" dirty="0">
                <a:solidFill>
                  <a:srgbClr val="000000"/>
                </a:solidFill>
                <a:latin typeface="Arial Bold" panose="020B0704020202020204" pitchFamily="34" charset="0"/>
              </a:rPr>
              <a:t>   What Can You Do?</a:t>
            </a:r>
          </a:p>
        </p:txBody>
      </p:sp>
      <p:sp>
        <p:nvSpPr>
          <p:cNvPr id="4" name="TextBox 3">
            <a:extLst>
              <a:ext uri="{FF2B5EF4-FFF2-40B4-BE49-F238E27FC236}">
                <a16:creationId xmlns:a16="http://schemas.microsoft.com/office/drawing/2014/main" id="{88ECA327-9BCD-2F3E-9290-29498E78FF67}"/>
              </a:ext>
            </a:extLst>
          </p:cNvPr>
          <p:cNvSpPr txBox="1"/>
          <p:nvPr/>
        </p:nvSpPr>
        <p:spPr>
          <a:xfrm>
            <a:off x="3029809" y="2065873"/>
            <a:ext cx="570594" cy="570594"/>
          </a:xfrm>
          <a:prstGeom prst="ellipse">
            <a:avLst/>
          </a:prstGeom>
          <a:solidFill>
            <a:schemeClr val="tx1"/>
          </a:solidFill>
        </p:spPr>
        <p:txBody>
          <a:bodyPr wrap="square" lIns="108000" tIns="0" rIns="108000" bIns="0" anchor="ctr">
            <a:noAutofit/>
          </a:bodyPr>
          <a:lstStyle/>
          <a:p>
            <a:pPr algn="ctr"/>
            <a:r>
              <a:rPr lang="en-US" sz="2400" b="1" dirty="0">
                <a:solidFill>
                  <a:schemeClr val="bg1"/>
                </a:solidFill>
                <a:latin typeface="Arial Bold" panose="020B0704020202020204" pitchFamily="34" charset="0"/>
              </a:rPr>
              <a:t>1</a:t>
            </a:r>
          </a:p>
        </p:txBody>
      </p:sp>
      <p:sp>
        <p:nvSpPr>
          <p:cNvPr id="5" name="Rectangle: Diagonal Corners Snipped 4">
            <a:extLst>
              <a:ext uri="{FF2B5EF4-FFF2-40B4-BE49-F238E27FC236}">
                <a16:creationId xmlns:a16="http://schemas.microsoft.com/office/drawing/2014/main" id="{897ABCAE-610D-3136-1D22-AF5ED7DF2753}"/>
              </a:ext>
            </a:extLst>
          </p:cNvPr>
          <p:cNvSpPr/>
          <p:nvPr/>
        </p:nvSpPr>
        <p:spPr bwMode="auto">
          <a:xfrm>
            <a:off x="582128" y="2967595"/>
            <a:ext cx="2489051" cy="430887"/>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600" dirty="0">
                <a:solidFill>
                  <a:srgbClr val="000000"/>
                </a:solidFill>
                <a:latin typeface="+mj-lt"/>
              </a:rPr>
              <a:t>System Architect</a:t>
            </a:r>
          </a:p>
        </p:txBody>
      </p:sp>
      <p:sp>
        <p:nvSpPr>
          <p:cNvPr id="6" name="Rectangle: Diagonal Corners Snipped 5">
            <a:extLst>
              <a:ext uri="{FF2B5EF4-FFF2-40B4-BE49-F238E27FC236}">
                <a16:creationId xmlns:a16="http://schemas.microsoft.com/office/drawing/2014/main" id="{FA45FB2D-B834-2B20-408F-16DD383573A1}"/>
              </a:ext>
            </a:extLst>
          </p:cNvPr>
          <p:cNvSpPr/>
          <p:nvPr/>
        </p:nvSpPr>
        <p:spPr bwMode="auto">
          <a:xfrm>
            <a:off x="3426153" y="2967595"/>
            <a:ext cx="2489051" cy="430887"/>
          </a:xfrm>
          <a:prstGeom prst="snip2Diag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600" dirty="0">
                <a:solidFill>
                  <a:schemeClr val="bg1"/>
                </a:solidFill>
                <a:latin typeface="+mj-lt"/>
              </a:rPr>
              <a:t>RTL Developer</a:t>
            </a:r>
          </a:p>
        </p:txBody>
      </p:sp>
      <p:sp>
        <p:nvSpPr>
          <p:cNvPr id="7" name="Rectangle: Diagonal Corners Snipped 6">
            <a:extLst>
              <a:ext uri="{FF2B5EF4-FFF2-40B4-BE49-F238E27FC236}">
                <a16:creationId xmlns:a16="http://schemas.microsoft.com/office/drawing/2014/main" id="{575B68CD-B502-4259-D93E-CC8940C3C91C}"/>
              </a:ext>
            </a:extLst>
          </p:cNvPr>
          <p:cNvSpPr/>
          <p:nvPr/>
        </p:nvSpPr>
        <p:spPr bwMode="auto">
          <a:xfrm>
            <a:off x="6270178" y="2967595"/>
            <a:ext cx="2489051" cy="430887"/>
          </a:xfrm>
          <a:prstGeom prst="snip2Diag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08000" tIns="108000" rIns="108000" bIns="108000" numCol="1" spcCol="0" rtlCol="0" fromWordArt="0" anchor="ctr" anchorCtr="0" forceAA="0" compatLnSpc="1">
            <a:prstTxWarp prst="textNoShape">
              <a:avLst/>
            </a:prstTxWarp>
            <a:noAutofit/>
          </a:bodyPr>
          <a:lstStyle/>
          <a:p>
            <a:pPr algn="ctr"/>
            <a:r>
              <a:rPr lang="en-US" sz="1600" dirty="0">
                <a:solidFill>
                  <a:schemeClr val="bg1"/>
                </a:solidFill>
                <a:latin typeface="+mj-lt"/>
              </a:rPr>
              <a:t>Timing Closure Specialist</a:t>
            </a:r>
          </a:p>
        </p:txBody>
      </p:sp>
      <p:sp>
        <p:nvSpPr>
          <p:cNvPr id="8" name="Rectangle: Diagonal Corners Snipped 7">
            <a:extLst>
              <a:ext uri="{FF2B5EF4-FFF2-40B4-BE49-F238E27FC236}">
                <a16:creationId xmlns:a16="http://schemas.microsoft.com/office/drawing/2014/main" id="{D3E39A46-C0DC-AC49-D157-9A3F02C3CCF7}"/>
              </a:ext>
            </a:extLst>
          </p:cNvPr>
          <p:cNvSpPr/>
          <p:nvPr/>
        </p:nvSpPr>
        <p:spPr bwMode="auto">
          <a:xfrm>
            <a:off x="9114203" y="2967595"/>
            <a:ext cx="2489051" cy="430887"/>
          </a:xfrm>
          <a:prstGeom prst="snip2Diag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08000" tIns="108000" rIns="108000" bIns="108000" numCol="1" spcCol="0" rtlCol="0" fromWordArt="0" anchor="ctr" anchorCtr="0" forceAA="0" compatLnSpc="1">
            <a:prstTxWarp prst="textNoShape">
              <a:avLst/>
            </a:prstTxWarp>
            <a:noAutofit/>
          </a:bodyPr>
          <a:lstStyle/>
          <a:p>
            <a:pPr algn="ctr"/>
            <a:r>
              <a:rPr lang="en-US" sz="1500" dirty="0">
                <a:solidFill>
                  <a:schemeClr val="bg1"/>
                </a:solidFill>
                <a:latin typeface="+mj-lt"/>
              </a:rPr>
              <a:t>Hardware Debug Specialist</a:t>
            </a:r>
          </a:p>
        </p:txBody>
      </p:sp>
      <p:sp>
        <p:nvSpPr>
          <p:cNvPr id="9" name="TextBox 8">
            <a:extLst>
              <a:ext uri="{FF2B5EF4-FFF2-40B4-BE49-F238E27FC236}">
                <a16:creationId xmlns:a16="http://schemas.microsoft.com/office/drawing/2014/main" id="{E2372B86-1D72-AA1A-E2D7-3BFA7137AFC4}"/>
              </a:ext>
            </a:extLst>
          </p:cNvPr>
          <p:cNvSpPr txBox="1"/>
          <p:nvPr/>
        </p:nvSpPr>
        <p:spPr>
          <a:xfrm>
            <a:off x="839686" y="3559191"/>
            <a:ext cx="2230041" cy="738664"/>
          </a:xfrm>
          <a:prstGeom prst="rect">
            <a:avLst/>
          </a:prstGeom>
          <a:noFill/>
        </p:spPr>
        <p:txBody>
          <a:bodyPr wrap="square" lIns="0" tIns="0" rIns="0" bIns="0">
            <a:spAutoFit/>
          </a:bodyPr>
          <a:lstStyle/>
          <a:p>
            <a:pPr algn="l">
              <a:spcAft>
                <a:spcPts val="100"/>
              </a:spcAft>
            </a:pPr>
            <a:r>
              <a:rPr sz="1600" b="1" dirty="0">
                <a:solidFill>
                  <a:srgbClr val="000000"/>
                </a:solidFill>
                <a:latin typeface="+mj-lt"/>
              </a:rPr>
              <a:t>How to configure NoC for optimal bandwidth?</a:t>
            </a:r>
          </a:p>
        </p:txBody>
      </p:sp>
      <p:sp>
        <p:nvSpPr>
          <p:cNvPr id="10" name="Line 290">
            <a:extLst>
              <a:ext uri="{FF2B5EF4-FFF2-40B4-BE49-F238E27FC236}">
                <a16:creationId xmlns:a16="http://schemas.microsoft.com/office/drawing/2014/main" id="{83785F4A-B3FF-7CAC-9D65-21DACF40D697}"/>
              </a:ext>
            </a:extLst>
          </p:cNvPr>
          <p:cNvSpPr>
            <a:spLocks noChangeShapeType="1"/>
          </p:cNvSpPr>
          <p:nvPr/>
        </p:nvSpPr>
        <p:spPr bwMode="auto">
          <a:xfrm flipH="1">
            <a:off x="582129" y="3668269"/>
            <a:ext cx="120398" cy="120398"/>
          </a:xfrm>
          <a:prstGeom prst="line">
            <a:avLst/>
          </a:prstGeom>
          <a:noFill/>
          <a:ln w="14288"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11" name="Freeform 291">
            <a:extLst>
              <a:ext uri="{FF2B5EF4-FFF2-40B4-BE49-F238E27FC236}">
                <a16:creationId xmlns:a16="http://schemas.microsoft.com/office/drawing/2014/main" id="{807B328B-6474-6249-B5A7-B5314762ACAC}"/>
              </a:ext>
            </a:extLst>
          </p:cNvPr>
          <p:cNvSpPr>
            <a:spLocks/>
          </p:cNvSpPr>
          <p:nvPr/>
        </p:nvSpPr>
        <p:spPr bwMode="auto">
          <a:xfrm flipV="1">
            <a:off x="582129" y="3668269"/>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26" name="TextBox 25">
            <a:extLst>
              <a:ext uri="{FF2B5EF4-FFF2-40B4-BE49-F238E27FC236}">
                <a16:creationId xmlns:a16="http://schemas.microsoft.com/office/drawing/2014/main" id="{FB371502-CE73-9742-5382-A3480AD6A552}"/>
              </a:ext>
            </a:extLst>
          </p:cNvPr>
          <p:cNvSpPr txBox="1"/>
          <p:nvPr/>
        </p:nvSpPr>
        <p:spPr>
          <a:xfrm>
            <a:off x="3683711" y="3559191"/>
            <a:ext cx="2230041" cy="738664"/>
          </a:xfrm>
          <a:prstGeom prst="rect">
            <a:avLst/>
          </a:prstGeom>
          <a:noFill/>
        </p:spPr>
        <p:txBody>
          <a:bodyPr wrap="square" lIns="0" tIns="0" rIns="0" bIns="0">
            <a:spAutoFit/>
          </a:bodyPr>
          <a:lstStyle/>
          <a:p>
            <a:pPr algn="l">
              <a:spcAft>
                <a:spcPts val="100"/>
              </a:spcAft>
            </a:pPr>
            <a:r>
              <a:rPr lang="en-US" sz="1600" b="1" dirty="0">
                <a:solidFill>
                  <a:srgbClr val="000000"/>
                </a:solidFill>
                <a:latin typeface="+mj-lt"/>
              </a:rPr>
              <a:t>RTL coding best practices for synthesis?</a:t>
            </a:r>
          </a:p>
        </p:txBody>
      </p:sp>
      <p:sp>
        <p:nvSpPr>
          <p:cNvPr id="28" name="Line 290">
            <a:extLst>
              <a:ext uri="{FF2B5EF4-FFF2-40B4-BE49-F238E27FC236}">
                <a16:creationId xmlns:a16="http://schemas.microsoft.com/office/drawing/2014/main" id="{0F3ABB58-7892-124F-B42E-86ADC522653F}"/>
              </a:ext>
            </a:extLst>
          </p:cNvPr>
          <p:cNvSpPr>
            <a:spLocks noChangeShapeType="1"/>
          </p:cNvSpPr>
          <p:nvPr/>
        </p:nvSpPr>
        <p:spPr bwMode="auto">
          <a:xfrm flipH="1">
            <a:off x="3426154" y="3668269"/>
            <a:ext cx="120398" cy="120398"/>
          </a:xfrm>
          <a:prstGeom prst="line">
            <a:avLst/>
          </a:prstGeom>
          <a:noFill/>
          <a:ln w="14288"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29" name="Freeform 291">
            <a:extLst>
              <a:ext uri="{FF2B5EF4-FFF2-40B4-BE49-F238E27FC236}">
                <a16:creationId xmlns:a16="http://schemas.microsoft.com/office/drawing/2014/main" id="{BC58D64D-A793-2644-1929-ADFD98B0372D}"/>
              </a:ext>
            </a:extLst>
          </p:cNvPr>
          <p:cNvSpPr>
            <a:spLocks/>
          </p:cNvSpPr>
          <p:nvPr/>
        </p:nvSpPr>
        <p:spPr bwMode="auto">
          <a:xfrm flipV="1">
            <a:off x="3426154" y="3668269"/>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37" name="TextBox 36">
            <a:extLst>
              <a:ext uri="{FF2B5EF4-FFF2-40B4-BE49-F238E27FC236}">
                <a16:creationId xmlns:a16="http://schemas.microsoft.com/office/drawing/2014/main" id="{B101DF47-0601-363B-4F2A-18CE5B6033D2}"/>
              </a:ext>
            </a:extLst>
          </p:cNvPr>
          <p:cNvSpPr txBox="1"/>
          <p:nvPr/>
        </p:nvSpPr>
        <p:spPr>
          <a:xfrm>
            <a:off x="6527736" y="3559191"/>
            <a:ext cx="2230041" cy="738664"/>
          </a:xfrm>
          <a:prstGeom prst="rect">
            <a:avLst/>
          </a:prstGeom>
          <a:noFill/>
        </p:spPr>
        <p:txBody>
          <a:bodyPr wrap="square" lIns="0" tIns="0" rIns="0" bIns="0">
            <a:spAutoFit/>
          </a:bodyPr>
          <a:lstStyle/>
          <a:p>
            <a:pPr algn="l">
              <a:spcAft>
                <a:spcPts val="100"/>
              </a:spcAft>
            </a:pPr>
            <a:r>
              <a:rPr lang="en-US" sz="1600" b="1" dirty="0">
                <a:solidFill>
                  <a:srgbClr val="000000"/>
                </a:solidFill>
                <a:latin typeface="+mj-lt"/>
              </a:rPr>
              <a:t>How to fix setup violations on high-fanout nets?</a:t>
            </a:r>
          </a:p>
        </p:txBody>
      </p:sp>
      <p:sp>
        <p:nvSpPr>
          <p:cNvPr id="38" name="Line 290">
            <a:extLst>
              <a:ext uri="{FF2B5EF4-FFF2-40B4-BE49-F238E27FC236}">
                <a16:creationId xmlns:a16="http://schemas.microsoft.com/office/drawing/2014/main" id="{D4BBC4E3-4A37-F6D5-9FEE-706D1569F65E}"/>
              </a:ext>
            </a:extLst>
          </p:cNvPr>
          <p:cNvSpPr>
            <a:spLocks noChangeShapeType="1"/>
          </p:cNvSpPr>
          <p:nvPr/>
        </p:nvSpPr>
        <p:spPr bwMode="auto">
          <a:xfrm flipH="1">
            <a:off x="6270179" y="3668269"/>
            <a:ext cx="120398" cy="120398"/>
          </a:xfrm>
          <a:prstGeom prst="line">
            <a:avLst/>
          </a:prstGeom>
          <a:noFill/>
          <a:ln w="14288"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39" name="Freeform 291">
            <a:extLst>
              <a:ext uri="{FF2B5EF4-FFF2-40B4-BE49-F238E27FC236}">
                <a16:creationId xmlns:a16="http://schemas.microsoft.com/office/drawing/2014/main" id="{66F61ACE-A2D2-9E85-A60F-D0648D78A182}"/>
              </a:ext>
            </a:extLst>
          </p:cNvPr>
          <p:cNvSpPr>
            <a:spLocks/>
          </p:cNvSpPr>
          <p:nvPr/>
        </p:nvSpPr>
        <p:spPr bwMode="auto">
          <a:xfrm flipV="1">
            <a:off x="6270179" y="3668269"/>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47" name="TextBox 46">
            <a:extLst>
              <a:ext uri="{FF2B5EF4-FFF2-40B4-BE49-F238E27FC236}">
                <a16:creationId xmlns:a16="http://schemas.microsoft.com/office/drawing/2014/main" id="{C4448636-DAFD-926E-1783-B1579FF45566}"/>
              </a:ext>
            </a:extLst>
          </p:cNvPr>
          <p:cNvSpPr txBox="1"/>
          <p:nvPr/>
        </p:nvSpPr>
        <p:spPr>
          <a:xfrm>
            <a:off x="9371761" y="3559191"/>
            <a:ext cx="2230041" cy="984885"/>
          </a:xfrm>
          <a:prstGeom prst="rect">
            <a:avLst/>
          </a:prstGeom>
          <a:noFill/>
        </p:spPr>
        <p:txBody>
          <a:bodyPr wrap="square" lIns="0" tIns="0" rIns="0" bIns="0">
            <a:spAutoFit/>
          </a:bodyPr>
          <a:lstStyle/>
          <a:p>
            <a:pPr algn="l">
              <a:spcAft>
                <a:spcPts val="100"/>
              </a:spcAft>
            </a:pPr>
            <a:r>
              <a:rPr lang="en-US" sz="1600" b="1" dirty="0">
                <a:solidFill>
                  <a:srgbClr val="000000"/>
                </a:solidFill>
                <a:latin typeface="+mj-lt"/>
              </a:rPr>
              <a:t>PDI boot failure troubleshooting on AMD Versal™ devices?</a:t>
            </a:r>
          </a:p>
        </p:txBody>
      </p:sp>
      <p:sp>
        <p:nvSpPr>
          <p:cNvPr id="48" name="Line 290">
            <a:extLst>
              <a:ext uri="{FF2B5EF4-FFF2-40B4-BE49-F238E27FC236}">
                <a16:creationId xmlns:a16="http://schemas.microsoft.com/office/drawing/2014/main" id="{54C182DF-C18F-0EFB-28EE-79759F8A8A6A}"/>
              </a:ext>
            </a:extLst>
          </p:cNvPr>
          <p:cNvSpPr>
            <a:spLocks noChangeShapeType="1"/>
          </p:cNvSpPr>
          <p:nvPr/>
        </p:nvSpPr>
        <p:spPr bwMode="auto">
          <a:xfrm flipH="1">
            <a:off x="9114204" y="3668269"/>
            <a:ext cx="120398" cy="120398"/>
          </a:xfrm>
          <a:prstGeom prst="line">
            <a:avLst/>
          </a:prstGeom>
          <a:noFill/>
          <a:ln w="14288" cap="rnd">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49" name="Freeform 291">
            <a:extLst>
              <a:ext uri="{FF2B5EF4-FFF2-40B4-BE49-F238E27FC236}">
                <a16:creationId xmlns:a16="http://schemas.microsoft.com/office/drawing/2014/main" id="{A21D2AA6-197E-CC58-A49A-5F385962F209}"/>
              </a:ext>
            </a:extLst>
          </p:cNvPr>
          <p:cNvSpPr>
            <a:spLocks/>
          </p:cNvSpPr>
          <p:nvPr/>
        </p:nvSpPr>
        <p:spPr bwMode="auto">
          <a:xfrm flipV="1">
            <a:off x="9114204" y="3668269"/>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sz="1600">
              <a:latin typeface="+mj-lt"/>
            </a:endParaRPr>
          </a:p>
        </p:txBody>
      </p:sp>
      <p:sp>
        <p:nvSpPr>
          <p:cNvPr id="57" name="Rectangle 56">
            <a:extLst>
              <a:ext uri="{FF2B5EF4-FFF2-40B4-BE49-F238E27FC236}">
                <a16:creationId xmlns:a16="http://schemas.microsoft.com/office/drawing/2014/main" id="{B5498D62-2DA2-1A90-4C62-7EA368D85F7A}"/>
              </a:ext>
            </a:extLst>
          </p:cNvPr>
          <p:cNvSpPr/>
          <p:nvPr/>
        </p:nvSpPr>
        <p:spPr bwMode="auto">
          <a:xfrm>
            <a:off x="2812264" y="2132860"/>
            <a:ext cx="51459" cy="4356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60" name="Content Placeholder 12">
            <a:extLst>
              <a:ext uri="{FF2B5EF4-FFF2-40B4-BE49-F238E27FC236}">
                <a16:creationId xmlns:a16="http://schemas.microsoft.com/office/drawing/2014/main" id="{41EC4A49-03C5-8CE0-E95B-E2551FF21FE7}"/>
              </a:ext>
            </a:extLst>
          </p:cNvPr>
          <p:cNvSpPr txBox="1">
            <a:spLocks/>
          </p:cNvSpPr>
          <p:nvPr/>
        </p:nvSpPr>
        <p:spPr>
          <a:xfrm>
            <a:off x="3574437" y="2216463"/>
            <a:ext cx="6559685" cy="311270"/>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lvl="1" indent="0">
              <a:buFont typeface="Arial" panose="020B0604020202020204" pitchFamily="34" charset="0"/>
              <a:buNone/>
            </a:pPr>
            <a:r>
              <a:rPr lang="en-US" b="1" dirty="0">
                <a:latin typeface="+mj-lt"/>
                <a:cs typeface="Arial" panose="020B0604020202020204" pitchFamily="34" charset="0"/>
              </a:rPr>
              <a:t>Search AMD Documentation — No Vivado Tool Needed</a:t>
            </a:r>
            <a:endParaRPr lang="en-US" sz="1400" b="1" dirty="0">
              <a:latin typeface="+mj-lt"/>
            </a:endParaRPr>
          </a:p>
          <a:p>
            <a:endParaRPr lang="en-US" sz="1600" dirty="0">
              <a:latin typeface="+mj-lt"/>
            </a:endParaRPr>
          </a:p>
        </p:txBody>
      </p:sp>
      <p:sp>
        <p:nvSpPr>
          <p:cNvPr id="61" name="TextBox 60">
            <a:extLst>
              <a:ext uri="{FF2B5EF4-FFF2-40B4-BE49-F238E27FC236}">
                <a16:creationId xmlns:a16="http://schemas.microsoft.com/office/drawing/2014/main" id="{B41DB8F7-C94A-B214-4CD5-60150DB67C73}"/>
              </a:ext>
            </a:extLst>
          </p:cNvPr>
          <p:cNvSpPr txBox="1"/>
          <p:nvPr/>
        </p:nvSpPr>
        <p:spPr>
          <a:xfrm>
            <a:off x="588262" y="4888616"/>
            <a:ext cx="2487600" cy="777136"/>
          </a:xfrm>
          <a:prstGeom prst="rect">
            <a:avLst/>
          </a:prstGeom>
          <a:noFill/>
        </p:spPr>
        <p:txBody>
          <a:bodyPr wrap="square" lIns="0" tIns="0" rIns="0" bIns="0">
            <a:spAutoFit/>
          </a:bodyPr>
          <a:lstStyle/>
          <a:p>
            <a:pPr algn="l">
              <a:spcAft>
                <a:spcPts val="200"/>
              </a:spcAft>
            </a:pPr>
            <a:r>
              <a:rPr sz="1200" dirty="0">
                <a:solidFill>
                  <a:srgbClr val="007A8C"/>
                </a:solidFill>
                <a:latin typeface="Arial" panose="020B0604020202020204" pitchFamily="34" charset="0"/>
              </a:rPr>
              <a:t>→ </a:t>
            </a:r>
            <a:r>
              <a:rPr sz="1200" b="1" dirty="0">
                <a:solidFill>
                  <a:srgbClr val="007A8C"/>
                </a:solidFill>
                <a:latin typeface="Arial" panose="020B0604020202020204" pitchFamily="34" charset="0"/>
              </a:rPr>
              <a:t>UG1388, UG1504, PG313</a:t>
            </a:r>
          </a:p>
          <a:p>
            <a:pPr algn="l">
              <a:spcAft>
                <a:spcPts val="100"/>
              </a:spcAft>
            </a:pPr>
            <a:r>
              <a:rPr sz="1200" dirty="0">
                <a:latin typeface="Arial" panose="020B0604020202020204" pitchFamily="34" charset="0"/>
              </a:rPr>
              <a:t>Use traffic classes (</a:t>
            </a:r>
            <a:r>
              <a:rPr lang="en-US" sz="1200" dirty="0">
                <a:latin typeface="Arial" panose="020B0604020202020204" pitchFamily="34" charset="0"/>
              </a:rPr>
              <a:t>best effort, isochronous, low latency</a:t>
            </a:r>
            <a:r>
              <a:rPr sz="1200" dirty="0">
                <a:latin typeface="Arial" panose="020B0604020202020204" pitchFamily="34" charset="0"/>
              </a:rPr>
              <a:t>)</a:t>
            </a:r>
          </a:p>
          <a:p>
            <a:pPr algn="l"/>
            <a:r>
              <a:rPr sz="1200" dirty="0">
                <a:latin typeface="Arial" panose="020B0604020202020204" pitchFamily="34" charset="0"/>
              </a:rPr>
              <a:t>with bandwidth allocation per route</a:t>
            </a:r>
          </a:p>
        </p:txBody>
      </p:sp>
      <p:sp>
        <p:nvSpPr>
          <p:cNvPr id="62" name="TextBox 61">
            <a:extLst>
              <a:ext uri="{FF2B5EF4-FFF2-40B4-BE49-F238E27FC236}">
                <a16:creationId xmlns:a16="http://schemas.microsoft.com/office/drawing/2014/main" id="{54DAE243-446E-7F94-E8CA-1D7BF82027B1}"/>
              </a:ext>
            </a:extLst>
          </p:cNvPr>
          <p:cNvSpPr txBox="1"/>
          <p:nvPr/>
        </p:nvSpPr>
        <p:spPr>
          <a:xfrm>
            <a:off x="3432287" y="4888616"/>
            <a:ext cx="2487600" cy="961802"/>
          </a:xfrm>
          <a:prstGeom prst="rect">
            <a:avLst/>
          </a:prstGeom>
          <a:noFill/>
        </p:spPr>
        <p:txBody>
          <a:bodyPr wrap="square" lIns="0" tIns="0" rIns="0" bIns="0">
            <a:spAutoFit/>
          </a:bodyPr>
          <a:lstStyle/>
          <a:p>
            <a:pPr>
              <a:spcAft>
                <a:spcPts val="200"/>
              </a:spcAft>
            </a:pPr>
            <a:r>
              <a:rPr lang="en-ID" sz="1200" dirty="0">
                <a:solidFill>
                  <a:schemeClr val="accent4"/>
                </a:solidFill>
                <a:latin typeface="Arial" panose="020B0604020202020204" pitchFamily="34" charset="0"/>
              </a:rPr>
              <a:t>→ </a:t>
            </a:r>
            <a:r>
              <a:rPr lang="en-ID" sz="1200" b="1" dirty="0">
                <a:solidFill>
                  <a:schemeClr val="accent4"/>
                </a:solidFill>
                <a:latin typeface="Arial" panose="020B0604020202020204" pitchFamily="34" charset="0"/>
              </a:rPr>
              <a:t>UG901, UG1387, UG949</a:t>
            </a:r>
          </a:p>
          <a:p>
            <a:pPr>
              <a:spcAft>
                <a:spcPts val="100"/>
              </a:spcAft>
            </a:pPr>
            <a:r>
              <a:rPr lang="en-US" sz="1200" dirty="0">
                <a:solidFill>
                  <a:srgbClr val="404040"/>
                </a:solidFill>
                <a:latin typeface="Arial" panose="020B0604020202020204" pitchFamily="34" charset="0"/>
              </a:rPr>
              <a:t>Follow UG901 guidelines. Use RAM_STYLE, SHREG_EXTRACT,</a:t>
            </a:r>
          </a:p>
          <a:p>
            <a:pPr>
              <a:spcAft>
                <a:spcPts val="100"/>
              </a:spcAft>
            </a:pPr>
            <a:r>
              <a:rPr lang="en-US" sz="1200" dirty="0">
                <a:solidFill>
                  <a:srgbClr val="404040"/>
                </a:solidFill>
                <a:latin typeface="Arial" panose="020B0604020202020204" pitchFamily="34" charset="0"/>
              </a:rPr>
              <a:t>MAX_FANOUT attributes. Avoid latches</a:t>
            </a:r>
          </a:p>
        </p:txBody>
      </p:sp>
      <p:sp>
        <p:nvSpPr>
          <p:cNvPr id="63" name="TextBox 62">
            <a:extLst>
              <a:ext uri="{FF2B5EF4-FFF2-40B4-BE49-F238E27FC236}">
                <a16:creationId xmlns:a16="http://schemas.microsoft.com/office/drawing/2014/main" id="{CAAE93FF-523E-D9A5-4493-57C9EF3D116C}"/>
              </a:ext>
            </a:extLst>
          </p:cNvPr>
          <p:cNvSpPr txBox="1"/>
          <p:nvPr/>
        </p:nvSpPr>
        <p:spPr>
          <a:xfrm>
            <a:off x="6276312" y="4888616"/>
            <a:ext cx="2487600" cy="961802"/>
          </a:xfrm>
          <a:prstGeom prst="rect">
            <a:avLst/>
          </a:prstGeom>
          <a:noFill/>
        </p:spPr>
        <p:txBody>
          <a:bodyPr wrap="square" lIns="0" tIns="0" rIns="0" bIns="0">
            <a:spAutoFit/>
          </a:bodyPr>
          <a:lstStyle/>
          <a:p>
            <a:pPr algn="l">
              <a:spcAft>
                <a:spcPts val="200"/>
              </a:spcAft>
            </a:pPr>
            <a:r>
              <a:rPr lang="en-ID" sz="1200" dirty="0">
                <a:solidFill>
                  <a:schemeClr val="tx2"/>
                </a:solidFill>
                <a:latin typeface="Arial" panose="020B0604020202020204" pitchFamily="34" charset="0"/>
              </a:rPr>
              <a:t>→ </a:t>
            </a:r>
            <a:r>
              <a:rPr lang="en-ID" sz="1200" b="1" dirty="0">
                <a:solidFill>
                  <a:schemeClr val="tx2"/>
                </a:solidFill>
                <a:latin typeface="Arial" panose="020B0604020202020204" pitchFamily="34" charset="0"/>
              </a:rPr>
              <a:t>UG949, UG1387, AR#53430</a:t>
            </a:r>
          </a:p>
          <a:p>
            <a:pPr algn="l">
              <a:spcAft>
                <a:spcPts val="100"/>
              </a:spcAft>
            </a:pPr>
            <a:r>
              <a:rPr lang="en-US" sz="1200" dirty="0">
                <a:latin typeface="Arial" panose="020B0604020202020204" pitchFamily="34" charset="0"/>
              </a:rPr>
              <a:t>Use report_high_fanout_nets after synthesis.</a:t>
            </a:r>
          </a:p>
          <a:p>
            <a:pPr algn="l">
              <a:spcAft>
                <a:spcPts val="100"/>
              </a:spcAft>
            </a:pPr>
            <a:r>
              <a:rPr lang="en-US" sz="1200" dirty="0">
                <a:latin typeface="Arial" panose="020B0604020202020204" pitchFamily="34" charset="0"/>
              </a:rPr>
              <a:t>Apply MAX_FANOUT or manual replication</a:t>
            </a:r>
          </a:p>
        </p:txBody>
      </p:sp>
      <p:sp>
        <p:nvSpPr>
          <p:cNvPr id="64" name="TextBox 63">
            <a:extLst>
              <a:ext uri="{FF2B5EF4-FFF2-40B4-BE49-F238E27FC236}">
                <a16:creationId xmlns:a16="http://schemas.microsoft.com/office/drawing/2014/main" id="{5A57CC26-2BF0-184E-5805-37F06D4EAB34}"/>
              </a:ext>
            </a:extLst>
          </p:cNvPr>
          <p:cNvSpPr txBox="1"/>
          <p:nvPr/>
        </p:nvSpPr>
        <p:spPr>
          <a:xfrm>
            <a:off x="9168462" y="4888616"/>
            <a:ext cx="2487600" cy="961802"/>
          </a:xfrm>
          <a:prstGeom prst="rect">
            <a:avLst/>
          </a:prstGeom>
          <a:noFill/>
        </p:spPr>
        <p:txBody>
          <a:bodyPr wrap="square" lIns="0" tIns="0" rIns="0" bIns="0">
            <a:spAutoFit/>
          </a:bodyPr>
          <a:lstStyle/>
          <a:p>
            <a:pPr algn="l">
              <a:spcAft>
                <a:spcPts val="200"/>
              </a:spcAft>
            </a:pPr>
            <a:r>
              <a:rPr lang="en-ID" sz="1200" dirty="0">
                <a:solidFill>
                  <a:schemeClr val="accent5"/>
                </a:solidFill>
                <a:latin typeface="Arial" panose="020B0604020202020204" pitchFamily="34" charset="0"/>
              </a:rPr>
              <a:t>→ </a:t>
            </a:r>
            <a:r>
              <a:rPr lang="en-ID" sz="1200" b="1" dirty="0">
                <a:solidFill>
                  <a:schemeClr val="accent5"/>
                </a:solidFill>
                <a:latin typeface="Arial" panose="020B0604020202020204" pitchFamily="34" charset="0"/>
              </a:rPr>
              <a:t>UG1304, UG908, AR#76655</a:t>
            </a:r>
          </a:p>
          <a:p>
            <a:pPr algn="l">
              <a:spcAft>
                <a:spcPts val="100"/>
              </a:spcAft>
            </a:pPr>
            <a:r>
              <a:rPr lang="en-US" sz="1200" dirty="0">
                <a:latin typeface="Arial" panose="020B0604020202020204" pitchFamily="34" charset="0"/>
              </a:rPr>
              <a:t>Check boot mode pins (SW1). Verify PDI in JTAG/flash/SD</a:t>
            </a:r>
          </a:p>
          <a:p>
            <a:pPr algn="l">
              <a:spcAft>
                <a:spcPts val="100"/>
              </a:spcAft>
            </a:pPr>
            <a:r>
              <a:rPr lang="en-US" sz="1200" dirty="0">
                <a:latin typeface="Arial" panose="020B0604020202020204" pitchFamily="34" charset="0"/>
              </a:rPr>
              <a:t>Boot via HW Manager. Check PMC error codes</a:t>
            </a:r>
          </a:p>
        </p:txBody>
      </p:sp>
      <p:cxnSp>
        <p:nvCxnSpPr>
          <p:cNvPr id="65" name="Straight Connector 64">
            <a:extLst>
              <a:ext uri="{FF2B5EF4-FFF2-40B4-BE49-F238E27FC236}">
                <a16:creationId xmlns:a16="http://schemas.microsoft.com/office/drawing/2014/main" id="{207447A2-00CB-D3F2-1284-7FF9A0D5DE1D}"/>
              </a:ext>
            </a:extLst>
          </p:cNvPr>
          <p:cNvCxnSpPr>
            <a:cxnSpLocks/>
          </p:cNvCxnSpPr>
          <p:nvPr/>
        </p:nvCxnSpPr>
        <p:spPr>
          <a:xfrm>
            <a:off x="588262" y="469240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87B6E4C-B2C3-69A2-94C5-D4EE2020B5F9}"/>
              </a:ext>
            </a:extLst>
          </p:cNvPr>
          <p:cNvCxnSpPr>
            <a:cxnSpLocks/>
          </p:cNvCxnSpPr>
          <p:nvPr/>
        </p:nvCxnSpPr>
        <p:spPr>
          <a:xfrm>
            <a:off x="3432287" y="469240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30FEEFD-94DA-EBB1-78F4-8169F044B34F}"/>
              </a:ext>
            </a:extLst>
          </p:cNvPr>
          <p:cNvCxnSpPr>
            <a:cxnSpLocks/>
          </p:cNvCxnSpPr>
          <p:nvPr/>
        </p:nvCxnSpPr>
        <p:spPr>
          <a:xfrm>
            <a:off x="6276312" y="469240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E60824C-CFB3-090E-27EC-9D854669BB13}"/>
              </a:ext>
            </a:extLst>
          </p:cNvPr>
          <p:cNvCxnSpPr>
            <a:cxnSpLocks/>
          </p:cNvCxnSpPr>
          <p:nvPr/>
        </p:nvCxnSpPr>
        <p:spPr>
          <a:xfrm>
            <a:off x="9120337" y="469240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7435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66A41-5605-0659-B253-8CD6C0AECA8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43EEA13D-A950-5FA9-E3E5-9083A7D5F767}"/>
              </a:ext>
            </a:extLst>
          </p:cNvPr>
          <p:cNvSpPr>
            <a:spLocks noGrp="1"/>
          </p:cNvSpPr>
          <p:nvPr>
            <p:ph type="title"/>
          </p:nvPr>
        </p:nvSpPr>
        <p:spPr/>
        <p:txBody>
          <a:bodyPr/>
          <a:lstStyle/>
          <a:p>
            <a:r>
              <a:rPr lang="en-US" dirty="0">
                <a:solidFill>
                  <a:srgbClr val="000000"/>
                </a:solidFill>
                <a:latin typeface="Arial" panose="020B0604020202020204" pitchFamily="34" charset="0"/>
              </a:rPr>
              <a:t>What Vivado AI Assistant Is</a:t>
            </a:r>
            <a:endParaRPr lang="en-US" dirty="0"/>
          </a:p>
        </p:txBody>
      </p:sp>
      <p:sp>
        <p:nvSpPr>
          <p:cNvPr id="2" name="Rectangle: Diagonal Corners Snipped 1">
            <a:extLst>
              <a:ext uri="{FF2B5EF4-FFF2-40B4-BE49-F238E27FC236}">
                <a16:creationId xmlns:a16="http://schemas.microsoft.com/office/drawing/2014/main" id="{7D191C9F-6716-4A26-AA46-9FE4162967AF}"/>
              </a:ext>
            </a:extLst>
          </p:cNvPr>
          <p:cNvSpPr/>
          <p:nvPr/>
        </p:nvSpPr>
        <p:spPr bwMode="auto">
          <a:xfrm>
            <a:off x="586740" y="1188008"/>
            <a:ext cx="11018520" cy="622723"/>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2000" b="1" dirty="0">
                <a:solidFill>
                  <a:schemeClr val="bg1"/>
                </a:solidFill>
                <a:latin typeface="Arial" panose="020B0604020202020204" pitchFamily="34" charset="0"/>
              </a:rPr>
              <a:t>Tell the Vivado™ tool what to do — in plain English</a:t>
            </a:r>
          </a:p>
        </p:txBody>
      </p:sp>
      <p:sp>
        <p:nvSpPr>
          <p:cNvPr id="3" name="TextBox 2">
            <a:extLst>
              <a:ext uri="{FF2B5EF4-FFF2-40B4-BE49-F238E27FC236}">
                <a16:creationId xmlns:a16="http://schemas.microsoft.com/office/drawing/2014/main" id="{6A61DB7F-4C39-50F8-4B51-BC47388E0C53}"/>
              </a:ext>
            </a:extLst>
          </p:cNvPr>
          <p:cNvSpPr txBox="1"/>
          <p:nvPr/>
        </p:nvSpPr>
        <p:spPr>
          <a:xfrm>
            <a:off x="586740" y="1976062"/>
            <a:ext cx="11018520" cy="759460"/>
          </a:xfrm>
          <a:prstGeom prst="rect">
            <a:avLst/>
          </a:prstGeom>
          <a:solidFill>
            <a:schemeClr val="bg1">
              <a:lumMod val="95000"/>
            </a:schemeClr>
          </a:solidFill>
        </p:spPr>
        <p:txBody>
          <a:bodyPr wrap="square" lIns="108000" tIns="0" rIns="108000" bIns="0" anchor="ctr">
            <a:noAutofit/>
          </a:bodyPr>
          <a:lstStyle/>
          <a:p>
            <a:r>
              <a:rPr lang="en-US" sz="1600" b="1" dirty="0">
                <a:solidFill>
                  <a:srgbClr val="000000"/>
                </a:solidFill>
                <a:latin typeface="Arial Bold" panose="020B0704020202020204" pitchFamily="34" charset="0"/>
              </a:rPr>
              <a:t>   What Can You Do?</a:t>
            </a:r>
          </a:p>
        </p:txBody>
      </p:sp>
      <p:sp>
        <p:nvSpPr>
          <p:cNvPr id="4" name="TextBox 3">
            <a:extLst>
              <a:ext uri="{FF2B5EF4-FFF2-40B4-BE49-F238E27FC236}">
                <a16:creationId xmlns:a16="http://schemas.microsoft.com/office/drawing/2014/main" id="{3C2D1EC8-8E82-A361-8747-7BBFBA1EB65F}"/>
              </a:ext>
            </a:extLst>
          </p:cNvPr>
          <p:cNvSpPr txBox="1"/>
          <p:nvPr/>
        </p:nvSpPr>
        <p:spPr>
          <a:xfrm>
            <a:off x="3029809" y="2065873"/>
            <a:ext cx="570594" cy="570594"/>
          </a:xfrm>
          <a:prstGeom prst="ellipse">
            <a:avLst/>
          </a:prstGeom>
          <a:solidFill>
            <a:schemeClr val="tx1"/>
          </a:solidFill>
        </p:spPr>
        <p:txBody>
          <a:bodyPr wrap="square" lIns="108000" tIns="0" rIns="108000" bIns="0" anchor="ctr">
            <a:noAutofit/>
          </a:bodyPr>
          <a:lstStyle/>
          <a:p>
            <a:pPr algn="ctr"/>
            <a:r>
              <a:rPr lang="en-US" sz="2400" b="1" dirty="0">
                <a:solidFill>
                  <a:schemeClr val="bg1"/>
                </a:solidFill>
                <a:latin typeface="Arial Bold" panose="020B0704020202020204" pitchFamily="34" charset="0"/>
              </a:rPr>
              <a:t>2</a:t>
            </a:r>
          </a:p>
        </p:txBody>
      </p:sp>
      <p:sp>
        <p:nvSpPr>
          <p:cNvPr id="57" name="Rectangle 56">
            <a:extLst>
              <a:ext uri="{FF2B5EF4-FFF2-40B4-BE49-F238E27FC236}">
                <a16:creationId xmlns:a16="http://schemas.microsoft.com/office/drawing/2014/main" id="{80634DDA-C294-0055-7973-ADD419C9EFF1}"/>
              </a:ext>
            </a:extLst>
          </p:cNvPr>
          <p:cNvSpPr/>
          <p:nvPr/>
        </p:nvSpPr>
        <p:spPr bwMode="auto">
          <a:xfrm>
            <a:off x="2812264" y="2132860"/>
            <a:ext cx="51459" cy="4356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60" name="Content Placeholder 12">
            <a:extLst>
              <a:ext uri="{FF2B5EF4-FFF2-40B4-BE49-F238E27FC236}">
                <a16:creationId xmlns:a16="http://schemas.microsoft.com/office/drawing/2014/main" id="{52E824FD-F6DE-7E8F-3C60-8958740242D1}"/>
              </a:ext>
            </a:extLst>
          </p:cNvPr>
          <p:cNvSpPr txBox="1">
            <a:spLocks/>
          </p:cNvSpPr>
          <p:nvPr/>
        </p:nvSpPr>
        <p:spPr>
          <a:xfrm>
            <a:off x="3574437" y="2216463"/>
            <a:ext cx="6559685" cy="311270"/>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lvl="1" indent="0">
              <a:buFont typeface="Arial" panose="020B0604020202020204" pitchFamily="34" charset="0"/>
              <a:buNone/>
            </a:pPr>
            <a:r>
              <a:rPr lang="en-US" b="1" dirty="0">
                <a:latin typeface="+mj-lt"/>
                <a:cs typeface="Arial" panose="020B0604020202020204" pitchFamily="34" charset="0"/>
              </a:rPr>
              <a:t>Drive the Vivado Tool with Natural Language</a:t>
            </a:r>
          </a:p>
        </p:txBody>
      </p:sp>
      <p:grpSp>
        <p:nvGrpSpPr>
          <p:cNvPr id="17" name="Group 16">
            <a:extLst>
              <a:ext uri="{FF2B5EF4-FFF2-40B4-BE49-F238E27FC236}">
                <a16:creationId xmlns:a16="http://schemas.microsoft.com/office/drawing/2014/main" id="{817C75F3-7C4A-936D-4854-09379F8F8DD9}"/>
              </a:ext>
            </a:extLst>
          </p:cNvPr>
          <p:cNvGrpSpPr/>
          <p:nvPr/>
        </p:nvGrpSpPr>
        <p:grpSpPr>
          <a:xfrm>
            <a:off x="626214" y="2975923"/>
            <a:ext cx="5329743" cy="2694070"/>
            <a:chOff x="626214" y="2975923"/>
            <a:chExt cx="5329743" cy="2694070"/>
          </a:xfrm>
        </p:grpSpPr>
        <p:sp>
          <p:nvSpPr>
            <p:cNvPr id="13" name="Rounded Rectangle 4">
              <a:extLst>
                <a:ext uri="{FF2B5EF4-FFF2-40B4-BE49-F238E27FC236}">
                  <a16:creationId xmlns:a16="http://schemas.microsoft.com/office/drawing/2014/main" id="{5B6C9A44-C659-FBE4-6278-F969C91D2FA2}"/>
                </a:ext>
              </a:extLst>
            </p:cNvPr>
            <p:cNvSpPr/>
            <p:nvPr/>
          </p:nvSpPr>
          <p:spPr>
            <a:xfrm>
              <a:off x="698214" y="2975923"/>
              <a:ext cx="5257743" cy="269407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Arial Bold" panose="020B0704020202020204" pitchFamily="34" charset="0"/>
              </a:endParaRPr>
            </a:p>
          </p:txBody>
        </p:sp>
        <p:sp>
          <p:nvSpPr>
            <p:cNvPr id="14" name="Rounded Rectangle 4">
              <a:extLst>
                <a:ext uri="{FF2B5EF4-FFF2-40B4-BE49-F238E27FC236}">
                  <a16:creationId xmlns:a16="http://schemas.microsoft.com/office/drawing/2014/main" id="{5785978C-2F40-F278-4EA3-3409E65CE578}"/>
                </a:ext>
              </a:extLst>
            </p:cNvPr>
            <p:cNvSpPr/>
            <p:nvPr/>
          </p:nvSpPr>
          <p:spPr>
            <a:xfrm>
              <a:off x="626214" y="2975923"/>
              <a:ext cx="72000" cy="269407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6" name="TextBox 15">
              <a:extLst>
                <a:ext uri="{FF2B5EF4-FFF2-40B4-BE49-F238E27FC236}">
                  <a16:creationId xmlns:a16="http://schemas.microsoft.com/office/drawing/2014/main" id="{307007A8-A1A5-D3C9-309E-5141767FA4FC}"/>
                </a:ext>
              </a:extLst>
            </p:cNvPr>
            <p:cNvSpPr txBox="1"/>
            <p:nvPr/>
          </p:nvSpPr>
          <p:spPr>
            <a:xfrm>
              <a:off x="939112" y="3461184"/>
              <a:ext cx="4744995" cy="1877437"/>
            </a:xfrm>
            <a:prstGeom prst="rect">
              <a:avLst/>
            </a:prstGeom>
            <a:noFill/>
          </p:spPr>
          <p:txBody>
            <a:bodyPr wrap="square">
              <a:spAutoFit/>
            </a:bodyPr>
            <a:lstStyle/>
            <a:p>
              <a:pPr algn="l">
                <a:spcBef>
                  <a:spcPts val="600"/>
                </a:spcBef>
                <a:spcAft>
                  <a:spcPts val="600"/>
                </a:spcAft>
                <a:buNone/>
              </a:pPr>
              <a:r>
                <a:rPr lang="en-US" sz="1600" b="1" i="0" dirty="0">
                  <a:effectLst/>
                  <a:latin typeface="+mj-lt"/>
                </a:rPr>
                <a:t>"Open my project and show me the utilization summary"</a:t>
              </a:r>
            </a:p>
            <a:p>
              <a:pPr algn="l">
                <a:spcBef>
                  <a:spcPts val="600"/>
                </a:spcBef>
                <a:spcAft>
                  <a:spcPts val="600"/>
                </a:spcAft>
                <a:buNone/>
              </a:pPr>
              <a:r>
                <a:rPr lang="en-US" sz="1600" b="0" i="0" dirty="0">
                  <a:effectLst/>
                  <a:latin typeface="+mj-lt"/>
                </a:rPr>
                <a:t>Agent runs </a:t>
              </a:r>
              <a:r>
                <a:rPr lang="en-US" sz="1600" b="0" i="0" dirty="0">
                  <a:solidFill>
                    <a:schemeClr val="accent4"/>
                  </a:solidFill>
                  <a:effectLst/>
                  <a:latin typeface="Courier New" panose="02070309020205020404" pitchFamily="49" charset="0"/>
                  <a:cs typeface="Courier New" panose="02070309020205020404" pitchFamily="49" charset="0"/>
                </a:rPr>
                <a:t>open_project</a:t>
              </a:r>
              <a:r>
                <a:rPr lang="en-US" sz="1600" b="0" i="0" dirty="0">
                  <a:effectLst/>
                  <a:latin typeface="+mj-lt"/>
                </a:rPr>
                <a:t>, then </a:t>
              </a:r>
              <a:r>
                <a:rPr lang="en-US" sz="1600" b="0" i="0" dirty="0">
                  <a:solidFill>
                    <a:schemeClr val="accent4"/>
                  </a:solidFill>
                  <a:effectLst/>
                  <a:latin typeface="Courier New" panose="02070309020205020404" pitchFamily="49" charset="0"/>
                  <a:cs typeface="Courier New" panose="02070309020205020404" pitchFamily="49" charset="0"/>
                </a:rPr>
                <a:t>report_utilization</a:t>
              </a:r>
              <a:r>
                <a:rPr lang="en-US" sz="1600" b="0" i="0" dirty="0">
                  <a:effectLst/>
                  <a:latin typeface="+mj-lt"/>
                </a:rPr>
                <a:t>—presents LUT, FF, BRAM, DSP, and I/O usage as a clean table</a:t>
              </a:r>
            </a:p>
            <a:p>
              <a:pPr algn="l">
                <a:spcBef>
                  <a:spcPts val="600"/>
                </a:spcBef>
                <a:spcAft>
                  <a:spcPts val="600"/>
                </a:spcAft>
                <a:buNone/>
              </a:pPr>
              <a:r>
                <a:rPr lang="en-US" sz="1600" b="0" i="0" dirty="0">
                  <a:effectLst/>
                  <a:latin typeface="+mj-lt"/>
                </a:rPr>
                <a:t> Flags any resource above 80% utilization</a:t>
              </a:r>
            </a:p>
          </p:txBody>
        </p:sp>
      </p:grpSp>
      <p:grpSp>
        <p:nvGrpSpPr>
          <p:cNvPr id="18" name="Group 17">
            <a:extLst>
              <a:ext uri="{FF2B5EF4-FFF2-40B4-BE49-F238E27FC236}">
                <a16:creationId xmlns:a16="http://schemas.microsoft.com/office/drawing/2014/main" id="{4B229B60-AAD8-C90A-A174-74744A9B5F62}"/>
              </a:ext>
            </a:extLst>
          </p:cNvPr>
          <p:cNvGrpSpPr/>
          <p:nvPr/>
        </p:nvGrpSpPr>
        <p:grpSpPr>
          <a:xfrm>
            <a:off x="6236045" y="2975923"/>
            <a:ext cx="5329743" cy="2694070"/>
            <a:chOff x="626214" y="2975923"/>
            <a:chExt cx="5329743" cy="2694070"/>
          </a:xfrm>
        </p:grpSpPr>
        <p:sp>
          <p:nvSpPr>
            <p:cNvPr id="19" name="Rounded Rectangle 4">
              <a:extLst>
                <a:ext uri="{FF2B5EF4-FFF2-40B4-BE49-F238E27FC236}">
                  <a16:creationId xmlns:a16="http://schemas.microsoft.com/office/drawing/2014/main" id="{8C2B9DDD-622B-AA59-D880-0711DEC968EF}"/>
                </a:ext>
              </a:extLst>
            </p:cNvPr>
            <p:cNvSpPr/>
            <p:nvPr/>
          </p:nvSpPr>
          <p:spPr>
            <a:xfrm>
              <a:off x="698214" y="2975923"/>
              <a:ext cx="5257743" cy="269407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Arial Bold" panose="020B0704020202020204" pitchFamily="34" charset="0"/>
              </a:endParaRPr>
            </a:p>
          </p:txBody>
        </p:sp>
        <p:sp>
          <p:nvSpPr>
            <p:cNvPr id="20" name="Rounded Rectangle 4">
              <a:extLst>
                <a:ext uri="{FF2B5EF4-FFF2-40B4-BE49-F238E27FC236}">
                  <a16:creationId xmlns:a16="http://schemas.microsoft.com/office/drawing/2014/main" id="{56D67355-E6CC-CD04-F9C5-3AA87F630AA7}"/>
                </a:ext>
              </a:extLst>
            </p:cNvPr>
            <p:cNvSpPr/>
            <p:nvPr/>
          </p:nvSpPr>
          <p:spPr>
            <a:xfrm>
              <a:off x="626214" y="2975923"/>
              <a:ext cx="72000" cy="269407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21" name="TextBox 20">
              <a:extLst>
                <a:ext uri="{FF2B5EF4-FFF2-40B4-BE49-F238E27FC236}">
                  <a16:creationId xmlns:a16="http://schemas.microsoft.com/office/drawing/2014/main" id="{492B7A1B-6697-A9D0-166F-CF7FD0074ECE}"/>
                </a:ext>
              </a:extLst>
            </p:cNvPr>
            <p:cNvSpPr txBox="1"/>
            <p:nvPr/>
          </p:nvSpPr>
          <p:spPr>
            <a:xfrm>
              <a:off x="939112" y="3461184"/>
              <a:ext cx="4744995" cy="1477328"/>
            </a:xfrm>
            <a:prstGeom prst="rect">
              <a:avLst/>
            </a:prstGeom>
            <a:noFill/>
          </p:spPr>
          <p:txBody>
            <a:bodyPr wrap="square">
              <a:spAutoFit/>
            </a:bodyPr>
            <a:lstStyle/>
            <a:p>
              <a:pPr algn="l">
                <a:spcBef>
                  <a:spcPts val="600"/>
                </a:spcBef>
                <a:spcAft>
                  <a:spcPts val="600"/>
                </a:spcAft>
                <a:buNone/>
              </a:pPr>
              <a:r>
                <a:rPr lang="en-US" sz="1600" b="1" i="0" dirty="0">
                  <a:effectLst/>
                  <a:latin typeface="+mj-lt"/>
                </a:rPr>
                <a:t>“What are the worst 10 timing paths?”</a:t>
              </a:r>
            </a:p>
            <a:p>
              <a:pPr algn="l">
                <a:spcBef>
                  <a:spcPts val="600"/>
                </a:spcBef>
                <a:spcAft>
                  <a:spcPts val="600"/>
                </a:spcAft>
                <a:buNone/>
              </a:pPr>
              <a:r>
                <a:rPr lang="en-US" sz="1600" b="0" i="0" dirty="0">
                  <a:effectLst/>
                  <a:latin typeface="+mj-lt"/>
                </a:rPr>
                <a:t>Agent runs </a:t>
              </a:r>
              <a:r>
                <a:rPr lang="en-US" sz="1600" b="0" i="0" dirty="0">
                  <a:solidFill>
                    <a:schemeClr val="accent4"/>
                  </a:solidFill>
                  <a:effectLst/>
                  <a:latin typeface="Courier New" panose="02070309020205020404" pitchFamily="49" charset="0"/>
                  <a:cs typeface="Courier New" panose="02070309020205020404" pitchFamily="49" charset="0"/>
                </a:rPr>
                <a:t>report_timing_summary</a:t>
              </a:r>
              <a:r>
                <a:rPr lang="en-US" sz="1600" b="0" i="0" dirty="0">
                  <a:effectLst/>
                  <a:latin typeface="+mj-lt"/>
                </a:rPr>
                <a:t>, parses the output, and shows the critical paths ranked by slack—with source, destination, clock domain, and delay breakdown.</a:t>
              </a:r>
            </a:p>
          </p:txBody>
        </p:sp>
      </p:grpSp>
    </p:spTree>
    <p:extLst>
      <p:ext uri="{BB962C8B-B14F-4D97-AF65-F5344CB8AC3E}">
        <p14:creationId xmlns:p14="http://schemas.microsoft.com/office/powerpoint/2010/main" val="39535168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613A0-8E2C-B70F-C47D-664173B290EA}"/>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A657A0E9-D82F-F0EE-B33D-BED676CF7174}"/>
              </a:ext>
            </a:extLst>
          </p:cNvPr>
          <p:cNvSpPr>
            <a:spLocks noGrp="1"/>
          </p:cNvSpPr>
          <p:nvPr>
            <p:ph type="title"/>
          </p:nvPr>
        </p:nvSpPr>
        <p:spPr/>
        <p:txBody>
          <a:bodyPr/>
          <a:lstStyle/>
          <a:p>
            <a:r>
              <a:rPr lang="en-US" dirty="0">
                <a:solidFill>
                  <a:srgbClr val="000000"/>
                </a:solidFill>
                <a:latin typeface="Arial" panose="020B0604020202020204" pitchFamily="34" charset="0"/>
              </a:rPr>
              <a:t>What Vivado AI Assistant Is</a:t>
            </a:r>
            <a:endParaRPr lang="en-US" dirty="0"/>
          </a:p>
        </p:txBody>
      </p:sp>
      <p:sp>
        <p:nvSpPr>
          <p:cNvPr id="2" name="Rectangle: Diagonal Corners Snipped 1">
            <a:extLst>
              <a:ext uri="{FF2B5EF4-FFF2-40B4-BE49-F238E27FC236}">
                <a16:creationId xmlns:a16="http://schemas.microsoft.com/office/drawing/2014/main" id="{6879773D-545E-03CF-4477-488CA6E6D158}"/>
              </a:ext>
            </a:extLst>
          </p:cNvPr>
          <p:cNvSpPr/>
          <p:nvPr/>
        </p:nvSpPr>
        <p:spPr bwMode="auto">
          <a:xfrm>
            <a:off x="586740" y="1188008"/>
            <a:ext cx="11018520" cy="622723"/>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2000" b="1" dirty="0">
                <a:solidFill>
                  <a:schemeClr val="bg1"/>
                </a:solidFill>
                <a:latin typeface="Arial" panose="020B0604020202020204" pitchFamily="34" charset="0"/>
              </a:rPr>
              <a:t>Tell the Vivado™ tool what to do — in plain English</a:t>
            </a:r>
          </a:p>
        </p:txBody>
      </p:sp>
      <p:sp>
        <p:nvSpPr>
          <p:cNvPr id="3" name="TextBox 2">
            <a:extLst>
              <a:ext uri="{FF2B5EF4-FFF2-40B4-BE49-F238E27FC236}">
                <a16:creationId xmlns:a16="http://schemas.microsoft.com/office/drawing/2014/main" id="{F07DA77A-9394-7955-7F59-E383DF0510D0}"/>
              </a:ext>
            </a:extLst>
          </p:cNvPr>
          <p:cNvSpPr txBox="1"/>
          <p:nvPr/>
        </p:nvSpPr>
        <p:spPr>
          <a:xfrm>
            <a:off x="586740" y="1976062"/>
            <a:ext cx="11018520" cy="759460"/>
          </a:xfrm>
          <a:prstGeom prst="rect">
            <a:avLst/>
          </a:prstGeom>
          <a:solidFill>
            <a:schemeClr val="bg1">
              <a:lumMod val="95000"/>
            </a:schemeClr>
          </a:solidFill>
        </p:spPr>
        <p:txBody>
          <a:bodyPr wrap="square" lIns="108000" tIns="0" rIns="108000" bIns="0" anchor="ctr">
            <a:noAutofit/>
          </a:bodyPr>
          <a:lstStyle/>
          <a:p>
            <a:r>
              <a:rPr lang="en-US" sz="1600" b="1" dirty="0">
                <a:solidFill>
                  <a:srgbClr val="000000"/>
                </a:solidFill>
                <a:latin typeface="Arial Bold" panose="020B0704020202020204" pitchFamily="34" charset="0"/>
              </a:rPr>
              <a:t>   What Can You Do?</a:t>
            </a:r>
          </a:p>
        </p:txBody>
      </p:sp>
      <p:sp>
        <p:nvSpPr>
          <p:cNvPr id="4" name="TextBox 3">
            <a:extLst>
              <a:ext uri="{FF2B5EF4-FFF2-40B4-BE49-F238E27FC236}">
                <a16:creationId xmlns:a16="http://schemas.microsoft.com/office/drawing/2014/main" id="{4FCEE454-530B-2E82-22BA-9668A99FE064}"/>
              </a:ext>
            </a:extLst>
          </p:cNvPr>
          <p:cNvSpPr txBox="1"/>
          <p:nvPr/>
        </p:nvSpPr>
        <p:spPr>
          <a:xfrm>
            <a:off x="3029809" y="2065873"/>
            <a:ext cx="570594" cy="570594"/>
          </a:xfrm>
          <a:prstGeom prst="ellipse">
            <a:avLst/>
          </a:prstGeom>
          <a:solidFill>
            <a:schemeClr val="tx1"/>
          </a:solidFill>
        </p:spPr>
        <p:txBody>
          <a:bodyPr wrap="square" lIns="108000" tIns="0" rIns="108000" bIns="0" anchor="ctr">
            <a:noAutofit/>
          </a:bodyPr>
          <a:lstStyle/>
          <a:p>
            <a:pPr algn="ctr"/>
            <a:r>
              <a:rPr lang="en-US" sz="2400" b="1" dirty="0">
                <a:solidFill>
                  <a:schemeClr val="bg1"/>
                </a:solidFill>
                <a:latin typeface="Arial Bold" panose="020B0704020202020204" pitchFamily="34" charset="0"/>
              </a:rPr>
              <a:t>3</a:t>
            </a:r>
          </a:p>
        </p:txBody>
      </p:sp>
      <p:sp>
        <p:nvSpPr>
          <p:cNvPr id="57" name="Rectangle 56">
            <a:extLst>
              <a:ext uri="{FF2B5EF4-FFF2-40B4-BE49-F238E27FC236}">
                <a16:creationId xmlns:a16="http://schemas.microsoft.com/office/drawing/2014/main" id="{EAE61E4C-D903-BEFD-623D-4335E5A0888A}"/>
              </a:ext>
            </a:extLst>
          </p:cNvPr>
          <p:cNvSpPr/>
          <p:nvPr/>
        </p:nvSpPr>
        <p:spPr bwMode="auto">
          <a:xfrm>
            <a:off x="2812264" y="2132860"/>
            <a:ext cx="51459" cy="4356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60" name="Content Placeholder 12">
            <a:extLst>
              <a:ext uri="{FF2B5EF4-FFF2-40B4-BE49-F238E27FC236}">
                <a16:creationId xmlns:a16="http://schemas.microsoft.com/office/drawing/2014/main" id="{7EFFF268-9DD3-FEF0-2F5A-FE522A6CF62D}"/>
              </a:ext>
            </a:extLst>
          </p:cNvPr>
          <p:cNvSpPr txBox="1">
            <a:spLocks/>
          </p:cNvSpPr>
          <p:nvPr/>
        </p:nvSpPr>
        <p:spPr>
          <a:xfrm>
            <a:off x="3574437" y="2216463"/>
            <a:ext cx="6559685" cy="311270"/>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lvl="1" indent="0">
              <a:buFont typeface="Arial" panose="020B0604020202020204" pitchFamily="34" charset="0"/>
              <a:buNone/>
            </a:pPr>
            <a:r>
              <a:rPr lang="en-US" b="1" dirty="0">
                <a:latin typeface="+mj-lt"/>
                <a:cs typeface="Arial" panose="020B0604020202020204" pitchFamily="34" charset="0"/>
              </a:rPr>
              <a:t>Run Skill-driven Workflows</a:t>
            </a:r>
          </a:p>
        </p:txBody>
      </p:sp>
      <p:grpSp>
        <p:nvGrpSpPr>
          <p:cNvPr id="30" name="Group 29">
            <a:extLst>
              <a:ext uri="{FF2B5EF4-FFF2-40B4-BE49-F238E27FC236}">
                <a16:creationId xmlns:a16="http://schemas.microsoft.com/office/drawing/2014/main" id="{CCFDDA01-AD50-BE74-D327-9FF84E290FDC}"/>
              </a:ext>
            </a:extLst>
          </p:cNvPr>
          <p:cNvGrpSpPr/>
          <p:nvPr/>
        </p:nvGrpSpPr>
        <p:grpSpPr>
          <a:xfrm>
            <a:off x="599435" y="2975922"/>
            <a:ext cx="10993131" cy="3253692"/>
            <a:chOff x="626215" y="2975922"/>
            <a:chExt cx="10993131" cy="3253692"/>
          </a:xfrm>
        </p:grpSpPr>
        <p:grpSp>
          <p:nvGrpSpPr>
            <p:cNvPr id="29" name="Group 28">
              <a:extLst>
                <a:ext uri="{FF2B5EF4-FFF2-40B4-BE49-F238E27FC236}">
                  <a16:creationId xmlns:a16="http://schemas.microsoft.com/office/drawing/2014/main" id="{AFB23FFF-0104-EC26-0D19-19BACC8DC0DB}"/>
                </a:ext>
              </a:extLst>
            </p:cNvPr>
            <p:cNvGrpSpPr/>
            <p:nvPr/>
          </p:nvGrpSpPr>
          <p:grpSpPr>
            <a:xfrm>
              <a:off x="626215" y="2975922"/>
              <a:ext cx="2634078" cy="3190099"/>
              <a:chOff x="626215" y="2975922"/>
              <a:chExt cx="2634078" cy="3190099"/>
            </a:xfrm>
          </p:grpSpPr>
          <p:sp>
            <p:nvSpPr>
              <p:cNvPr id="13" name="Rounded Rectangle 4">
                <a:extLst>
                  <a:ext uri="{FF2B5EF4-FFF2-40B4-BE49-F238E27FC236}">
                    <a16:creationId xmlns:a16="http://schemas.microsoft.com/office/drawing/2014/main" id="{B1AFB8CB-150A-DE35-FE45-5159EDAE4906}"/>
                  </a:ext>
                </a:extLst>
              </p:cNvPr>
              <p:cNvSpPr/>
              <p:nvPr/>
            </p:nvSpPr>
            <p:spPr>
              <a:xfrm>
                <a:off x="661798" y="2975922"/>
                <a:ext cx="2598495" cy="31900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14" name="Rounded Rectangle 4">
                <a:extLst>
                  <a:ext uri="{FF2B5EF4-FFF2-40B4-BE49-F238E27FC236}">
                    <a16:creationId xmlns:a16="http://schemas.microsoft.com/office/drawing/2014/main" id="{29008EDC-DA99-5C92-CD61-FC4AA1A98450}"/>
                  </a:ext>
                </a:extLst>
              </p:cNvPr>
              <p:cNvSpPr/>
              <p:nvPr/>
            </p:nvSpPr>
            <p:spPr>
              <a:xfrm>
                <a:off x="626215" y="2975922"/>
                <a:ext cx="35583" cy="3190099"/>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16" name="TextBox 15">
                <a:extLst>
                  <a:ext uri="{FF2B5EF4-FFF2-40B4-BE49-F238E27FC236}">
                    <a16:creationId xmlns:a16="http://schemas.microsoft.com/office/drawing/2014/main" id="{A1B84970-9B32-CE92-988C-FF5EB5E08E79}"/>
                  </a:ext>
                </a:extLst>
              </p:cNvPr>
              <p:cNvSpPr txBox="1"/>
              <p:nvPr/>
            </p:nvSpPr>
            <p:spPr>
              <a:xfrm>
                <a:off x="780856" y="3105682"/>
                <a:ext cx="2345083" cy="2954655"/>
              </a:xfrm>
              <a:prstGeom prst="rect">
                <a:avLst/>
              </a:prstGeom>
              <a:noFill/>
            </p:spPr>
            <p:txBody>
              <a:bodyPr wrap="square">
                <a:spAutoFit/>
              </a:bodyPr>
              <a:lstStyle/>
              <a:p>
                <a:pPr algn="l">
                  <a:spcBef>
                    <a:spcPts val="600"/>
                  </a:spcBef>
                  <a:spcAft>
                    <a:spcPts val="600"/>
                  </a:spcAft>
                  <a:buNone/>
                </a:pPr>
                <a:r>
                  <a:rPr lang="en-US" sz="1600" b="1" i="0" dirty="0">
                    <a:effectLst/>
                    <a:latin typeface="+mj-lt"/>
                  </a:rPr>
                  <a:t>"Run RTL lint and fix all issues“</a:t>
                </a:r>
              </a:p>
              <a:p>
                <a:pPr algn="l">
                  <a:spcBef>
                    <a:spcPts val="600"/>
                  </a:spcBef>
                  <a:spcAft>
                    <a:spcPts val="600"/>
                  </a:spcAft>
                  <a:buNone/>
                </a:pPr>
                <a:r>
                  <a:rPr lang="en-US" sz="1600" b="0" i="0" dirty="0">
                    <a:effectLst/>
                    <a:latin typeface="+mj-lt"/>
                  </a:rPr>
                  <a:t>Agent opens project, runs </a:t>
                </a:r>
                <a:r>
                  <a:rPr lang="en-US" sz="1600" b="0" i="0" dirty="0">
                    <a:effectLst/>
                    <a:latin typeface="Courier New" panose="02070309020205020404" pitchFamily="49" charset="0"/>
                    <a:cs typeface="Courier New" panose="02070309020205020404" pitchFamily="49" charset="0"/>
                  </a:rPr>
                  <a:t>synth_design -lint</a:t>
                </a:r>
                <a:r>
                  <a:rPr lang="en-US" sz="1600" b="0" i="0" dirty="0">
                    <a:effectLst/>
                    <a:latin typeface="+mj-lt"/>
                  </a:rPr>
                  <a:t>, categorizes violations by severity, looks up fix guides in AMD docs, patches your RTL, and re-verifies—all in one prompt</a:t>
                </a:r>
              </a:p>
            </p:txBody>
          </p:sp>
        </p:grpSp>
        <p:grpSp>
          <p:nvGrpSpPr>
            <p:cNvPr id="28" name="Group 27">
              <a:extLst>
                <a:ext uri="{FF2B5EF4-FFF2-40B4-BE49-F238E27FC236}">
                  <a16:creationId xmlns:a16="http://schemas.microsoft.com/office/drawing/2014/main" id="{FDDD8A47-2BD1-A108-06D2-DC1577213E35}"/>
                </a:ext>
              </a:extLst>
            </p:cNvPr>
            <p:cNvGrpSpPr/>
            <p:nvPr/>
          </p:nvGrpSpPr>
          <p:grpSpPr>
            <a:xfrm>
              <a:off x="3400703" y="2975922"/>
              <a:ext cx="2669662" cy="3253692"/>
              <a:chOff x="3464220" y="2975922"/>
              <a:chExt cx="2669662" cy="3253692"/>
            </a:xfrm>
          </p:grpSpPr>
          <p:sp>
            <p:nvSpPr>
              <p:cNvPr id="19" name="Rounded Rectangle 4">
                <a:extLst>
                  <a:ext uri="{FF2B5EF4-FFF2-40B4-BE49-F238E27FC236}">
                    <a16:creationId xmlns:a16="http://schemas.microsoft.com/office/drawing/2014/main" id="{9826FCB5-96E7-4D3A-D7DE-494E112F6D91}"/>
                  </a:ext>
                </a:extLst>
              </p:cNvPr>
              <p:cNvSpPr/>
              <p:nvPr/>
            </p:nvSpPr>
            <p:spPr>
              <a:xfrm>
                <a:off x="3499803" y="2975922"/>
                <a:ext cx="2598495" cy="31900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20" name="Rounded Rectangle 4">
                <a:extLst>
                  <a:ext uri="{FF2B5EF4-FFF2-40B4-BE49-F238E27FC236}">
                    <a16:creationId xmlns:a16="http://schemas.microsoft.com/office/drawing/2014/main" id="{8EE1A149-2B1D-66CE-B377-FF4FABEFF784}"/>
                  </a:ext>
                </a:extLst>
              </p:cNvPr>
              <p:cNvSpPr/>
              <p:nvPr/>
            </p:nvSpPr>
            <p:spPr>
              <a:xfrm>
                <a:off x="3464220" y="2975922"/>
                <a:ext cx="35583" cy="3190099"/>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21" name="TextBox 20">
                <a:extLst>
                  <a:ext uri="{FF2B5EF4-FFF2-40B4-BE49-F238E27FC236}">
                    <a16:creationId xmlns:a16="http://schemas.microsoft.com/office/drawing/2014/main" id="{5B1A9BD9-3B34-610B-E563-046F5DC7E4ED}"/>
                  </a:ext>
                </a:extLst>
              </p:cNvPr>
              <p:cNvSpPr txBox="1"/>
              <p:nvPr/>
            </p:nvSpPr>
            <p:spPr>
              <a:xfrm>
                <a:off x="3618860" y="3105682"/>
                <a:ext cx="2515022" cy="3123932"/>
              </a:xfrm>
              <a:prstGeom prst="rect">
                <a:avLst/>
              </a:prstGeom>
              <a:noFill/>
            </p:spPr>
            <p:txBody>
              <a:bodyPr wrap="square">
                <a:spAutoFit/>
              </a:bodyPr>
              <a:lstStyle/>
              <a:p>
                <a:r>
                  <a:rPr lang="en-US" sz="1600" b="1" dirty="0">
                    <a:latin typeface="+mj-lt"/>
                  </a:rPr>
                  <a:t>"Analyze timing violations and generate fix strategies"</a:t>
                </a:r>
              </a:p>
              <a:p>
                <a:pPr algn="l">
                  <a:spcBef>
                    <a:spcPts val="600"/>
                  </a:spcBef>
                  <a:spcAft>
                    <a:spcPts val="600"/>
                  </a:spcAft>
                  <a:buNone/>
                </a:pPr>
                <a:r>
                  <a:rPr lang="en-US" sz="1550" b="0" i="0" dirty="0">
                    <a:effectLst/>
                    <a:latin typeface="+mj-lt"/>
                  </a:rPr>
                  <a:t>Agent follows a skill-driven methodology: classify failing paths by root cause, suggest constraint changes with real cell and net names, rerun implementation, and measure improvement—iteratively</a:t>
                </a:r>
              </a:p>
            </p:txBody>
          </p:sp>
        </p:grpSp>
        <p:grpSp>
          <p:nvGrpSpPr>
            <p:cNvPr id="27" name="Group 26">
              <a:extLst>
                <a:ext uri="{FF2B5EF4-FFF2-40B4-BE49-F238E27FC236}">
                  <a16:creationId xmlns:a16="http://schemas.microsoft.com/office/drawing/2014/main" id="{237C342D-3C24-FB24-0E1B-932EF1D3F89F}"/>
                </a:ext>
              </a:extLst>
            </p:cNvPr>
            <p:cNvGrpSpPr/>
            <p:nvPr/>
          </p:nvGrpSpPr>
          <p:grpSpPr>
            <a:xfrm>
              <a:off x="6210775" y="2975922"/>
              <a:ext cx="2634081" cy="3190099"/>
              <a:chOff x="6364474" y="2975922"/>
              <a:chExt cx="2634081" cy="3190099"/>
            </a:xfrm>
          </p:grpSpPr>
          <p:sp>
            <p:nvSpPr>
              <p:cNvPr id="6" name="Rounded Rectangle 4">
                <a:extLst>
                  <a:ext uri="{FF2B5EF4-FFF2-40B4-BE49-F238E27FC236}">
                    <a16:creationId xmlns:a16="http://schemas.microsoft.com/office/drawing/2014/main" id="{6683B21D-C731-6F51-C2B4-177681CF0FD1}"/>
                  </a:ext>
                </a:extLst>
              </p:cNvPr>
              <p:cNvSpPr/>
              <p:nvPr/>
            </p:nvSpPr>
            <p:spPr>
              <a:xfrm>
                <a:off x="6400060" y="2975922"/>
                <a:ext cx="2598495" cy="31900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7" name="Rounded Rectangle 4">
                <a:extLst>
                  <a:ext uri="{FF2B5EF4-FFF2-40B4-BE49-F238E27FC236}">
                    <a16:creationId xmlns:a16="http://schemas.microsoft.com/office/drawing/2014/main" id="{BD71FBE6-C238-88EC-6951-31A9EC7B3BA2}"/>
                  </a:ext>
                </a:extLst>
              </p:cNvPr>
              <p:cNvSpPr/>
              <p:nvPr/>
            </p:nvSpPr>
            <p:spPr>
              <a:xfrm>
                <a:off x="6364474" y="2975922"/>
                <a:ext cx="35583" cy="3190099"/>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8" name="TextBox 7">
                <a:extLst>
                  <a:ext uri="{FF2B5EF4-FFF2-40B4-BE49-F238E27FC236}">
                    <a16:creationId xmlns:a16="http://schemas.microsoft.com/office/drawing/2014/main" id="{7433EA72-22C3-4AFD-29A5-E3A5D9692686}"/>
                  </a:ext>
                </a:extLst>
              </p:cNvPr>
              <p:cNvSpPr txBox="1"/>
              <p:nvPr/>
            </p:nvSpPr>
            <p:spPr>
              <a:xfrm>
                <a:off x="6519116" y="3105682"/>
                <a:ext cx="2345083" cy="2877711"/>
              </a:xfrm>
              <a:prstGeom prst="rect">
                <a:avLst/>
              </a:prstGeom>
              <a:noFill/>
            </p:spPr>
            <p:txBody>
              <a:bodyPr wrap="square">
                <a:spAutoFit/>
              </a:bodyPr>
              <a:lstStyle/>
              <a:p>
                <a:r>
                  <a:rPr lang="en-US" sz="1600" b="1" dirty="0">
                    <a:latin typeface="+mj-lt"/>
                  </a:rPr>
                  <a:t>"Compare all implementation runs"</a:t>
                </a:r>
              </a:p>
              <a:p>
                <a:pPr algn="l">
                  <a:spcBef>
                    <a:spcPts val="600"/>
                  </a:spcBef>
                  <a:spcAft>
                    <a:spcPts val="600"/>
                  </a:spcAft>
                  <a:buNone/>
                </a:pPr>
                <a:r>
                  <a:rPr lang="en-US" sz="1600" b="0" i="0" dirty="0">
                    <a:effectLst/>
                    <a:latin typeface="+mj-lt"/>
                  </a:rPr>
                  <a:t>Agent discovers four runs, extracts timing, congestion, and utilization from each, ranks them by QoR score, and generates an interactive dashboard with five visualization tabs</a:t>
                </a:r>
              </a:p>
            </p:txBody>
          </p:sp>
        </p:grpSp>
        <p:grpSp>
          <p:nvGrpSpPr>
            <p:cNvPr id="26" name="Group 25">
              <a:extLst>
                <a:ext uri="{FF2B5EF4-FFF2-40B4-BE49-F238E27FC236}">
                  <a16:creationId xmlns:a16="http://schemas.microsoft.com/office/drawing/2014/main" id="{B9E66F4E-B441-83DC-208B-47E63959C5DD}"/>
                </a:ext>
              </a:extLst>
            </p:cNvPr>
            <p:cNvGrpSpPr/>
            <p:nvPr/>
          </p:nvGrpSpPr>
          <p:grpSpPr>
            <a:xfrm>
              <a:off x="8985267" y="2975922"/>
              <a:ext cx="2634079" cy="3190099"/>
              <a:chOff x="9133048" y="2975922"/>
              <a:chExt cx="2634079" cy="3190099"/>
            </a:xfrm>
          </p:grpSpPr>
          <p:sp>
            <p:nvSpPr>
              <p:cNvPr id="10" name="Rounded Rectangle 4">
                <a:extLst>
                  <a:ext uri="{FF2B5EF4-FFF2-40B4-BE49-F238E27FC236}">
                    <a16:creationId xmlns:a16="http://schemas.microsoft.com/office/drawing/2014/main" id="{EA421F5D-22CF-05F9-AE54-0846CF239BF9}"/>
                  </a:ext>
                </a:extLst>
              </p:cNvPr>
              <p:cNvSpPr/>
              <p:nvPr/>
            </p:nvSpPr>
            <p:spPr>
              <a:xfrm>
                <a:off x="9168632" y="2975922"/>
                <a:ext cx="2598495" cy="31900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11" name="Rounded Rectangle 4">
                <a:extLst>
                  <a:ext uri="{FF2B5EF4-FFF2-40B4-BE49-F238E27FC236}">
                    <a16:creationId xmlns:a16="http://schemas.microsoft.com/office/drawing/2014/main" id="{92DBDE80-4804-A16F-08B7-70A5F2A35097}"/>
                  </a:ext>
                </a:extLst>
              </p:cNvPr>
              <p:cNvSpPr/>
              <p:nvPr/>
            </p:nvSpPr>
            <p:spPr>
              <a:xfrm>
                <a:off x="9133048" y="2975922"/>
                <a:ext cx="35583" cy="3190099"/>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600" b="1" dirty="0">
                  <a:solidFill>
                    <a:schemeClr val="tx1"/>
                  </a:solidFill>
                  <a:latin typeface="+mj-lt"/>
                </a:endParaRPr>
              </a:p>
            </p:txBody>
          </p:sp>
          <p:sp>
            <p:nvSpPr>
              <p:cNvPr id="15" name="TextBox 14">
                <a:extLst>
                  <a:ext uri="{FF2B5EF4-FFF2-40B4-BE49-F238E27FC236}">
                    <a16:creationId xmlns:a16="http://schemas.microsoft.com/office/drawing/2014/main" id="{17FD93A5-F835-EF70-5581-177EEE2B03F2}"/>
                  </a:ext>
                </a:extLst>
              </p:cNvPr>
              <p:cNvSpPr txBox="1"/>
              <p:nvPr/>
            </p:nvSpPr>
            <p:spPr>
              <a:xfrm>
                <a:off x="9287689" y="3105682"/>
                <a:ext cx="2345083" cy="2682273"/>
              </a:xfrm>
              <a:prstGeom prst="rect">
                <a:avLst/>
              </a:prstGeom>
              <a:noFill/>
            </p:spPr>
            <p:txBody>
              <a:bodyPr wrap="square">
                <a:spAutoFit/>
              </a:bodyPr>
              <a:lstStyle/>
              <a:p>
                <a:r>
                  <a:rPr lang="en-US" sz="1600" b="1" dirty="0">
                    <a:latin typeface="+mj-lt"/>
                  </a:rPr>
                  <a:t>"Debug the AXI protocol violation"</a:t>
                </a:r>
              </a:p>
              <a:p>
                <a:pPr algn="l">
                  <a:spcBef>
                    <a:spcPts val="600"/>
                  </a:spcBef>
                  <a:spcAft>
                    <a:spcPts val="600"/>
                  </a:spcAft>
                  <a:buNone/>
                </a:pPr>
                <a:r>
                  <a:rPr lang="en-US" sz="1600" b="0" i="0" dirty="0">
                    <a:effectLst/>
                    <a:latin typeface="+mj-lt"/>
                  </a:rPr>
                  <a:t>Agent runs XSim, catches the assertion, opens a color-coded waveform, traces the root cause through the AXI handshake, and waits for your approval before fixing</a:t>
                </a:r>
              </a:p>
            </p:txBody>
          </p:sp>
        </p:grpSp>
      </p:grpSp>
    </p:spTree>
    <p:extLst>
      <p:ext uri="{BB962C8B-B14F-4D97-AF65-F5344CB8AC3E}">
        <p14:creationId xmlns:p14="http://schemas.microsoft.com/office/powerpoint/2010/main" val="246143846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BC03A0-3418-A9DB-9913-40A58171317F}"/>
              </a:ext>
            </a:extLst>
          </p:cNvPr>
          <p:cNvSpPr>
            <a:spLocks noGrp="1"/>
          </p:cNvSpPr>
          <p:nvPr>
            <p:ph type="title"/>
          </p:nvPr>
        </p:nvSpPr>
        <p:spPr/>
        <p:txBody>
          <a:bodyPr/>
          <a:lstStyle/>
          <a:p>
            <a:r>
              <a:rPr lang="en-US" dirty="0"/>
              <a:t>AMD Vivado AI Assistant: A Productivity Multiplier</a:t>
            </a:r>
          </a:p>
        </p:txBody>
      </p:sp>
      <p:sp>
        <p:nvSpPr>
          <p:cNvPr id="14" name="TextBox 13">
            <a:extLst>
              <a:ext uri="{FF2B5EF4-FFF2-40B4-BE49-F238E27FC236}">
                <a16:creationId xmlns:a16="http://schemas.microsoft.com/office/drawing/2014/main" id="{030F3D69-5873-A540-F35E-97E73EB4BE6B}"/>
              </a:ext>
            </a:extLst>
          </p:cNvPr>
          <p:cNvSpPr txBox="1"/>
          <p:nvPr/>
        </p:nvSpPr>
        <p:spPr>
          <a:xfrm>
            <a:off x="584200" y="1410605"/>
            <a:ext cx="6271012" cy="276999"/>
          </a:xfrm>
          <a:prstGeom prst="rect">
            <a:avLst/>
          </a:prstGeom>
          <a:noFill/>
        </p:spPr>
        <p:txBody>
          <a:bodyPr wrap="none" lIns="0" tIns="0" rIns="0" bIns="0" rtlCol="0">
            <a:spAutoFit/>
          </a:bodyPr>
          <a:lstStyle/>
          <a:p>
            <a:pPr algn="l">
              <a:buClr>
                <a:schemeClr val="accent1"/>
              </a:buClr>
              <a:buSzPct val="60000"/>
            </a:pPr>
            <a:r>
              <a:rPr lang="en-US" sz="1800" dirty="0"/>
              <a:t>Examples from field team members already using the AI tools</a:t>
            </a:r>
          </a:p>
        </p:txBody>
      </p:sp>
      <p:sp>
        <p:nvSpPr>
          <p:cNvPr id="25" name="Rectangle: Diagonal Corners Snipped 24">
            <a:extLst>
              <a:ext uri="{FF2B5EF4-FFF2-40B4-BE49-F238E27FC236}">
                <a16:creationId xmlns:a16="http://schemas.microsoft.com/office/drawing/2014/main" id="{A05DBEE5-2B4B-D242-B806-F0F47DE68EE7}"/>
              </a:ext>
            </a:extLst>
          </p:cNvPr>
          <p:cNvSpPr/>
          <p:nvPr/>
        </p:nvSpPr>
        <p:spPr bwMode="auto">
          <a:xfrm>
            <a:off x="657889" y="1966674"/>
            <a:ext cx="3310644" cy="645897"/>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600" b="1" dirty="0">
                <a:solidFill>
                  <a:srgbClr val="000000"/>
                </a:solidFill>
                <a:latin typeface="Arial" panose="020B0604020202020204" pitchFamily="34" charset="0"/>
              </a:rPr>
              <a:t>On-Demand Design Creation</a:t>
            </a:r>
          </a:p>
        </p:txBody>
      </p:sp>
      <p:sp>
        <p:nvSpPr>
          <p:cNvPr id="26" name="Rectangle: Diagonal Corners Snipped 25">
            <a:extLst>
              <a:ext uri="{FF2B5EF4-FFF2-40B4-BE49-F238E27FC236}">
                <a16:creationId xmlns:a16="http://schemas.microsoft.com/office/drawing/2014/main" id="{D28FE4E4-9953-7205-62C0-0C5DECB57DE3}"/>
              </a:ext>
            </a:extLst>
          </p:cNvPr>
          <p:cNvSpPr/>
          <p:nvPr/>
        </p:nvSpPr>
        <p:spPr bwMode="auto">
          <a:xfrm>
            <a:off x="4440678" y="1966674"/>
            <a:ext cx="3310644" cy="645897"/>
          </a:xfrm>
          <a:prstGeom prst="snip2Diag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600" b="1" dirty="0">
                <a:solidFill>
                  <a:schemeClr val="bg1"/>
                </a:solidFill>
                <a:latin typeface="Arial" panose="020B0604020202020204" pitchFamily="34" charset="0"/>
              </a:rPr>
              <a:t>Automated Timing Closure</a:t>
            </a:r>
          </a:p>
        </p:txBody>
      </p:sp>
      <p:sp>
        <p:nvSpPr>
          <p:cNvPr id="27" name="Rectangle: Diagonal Corners Snipped 26">
            <a:extLst>
              <a:ext uri="{FF2B5EF4-FFF2-40B4-BE49-F238E27FC236}">
                <a16:creationId xmlns:a16="http://schemas.microsoft.com/office/drawing/2014/main" id="{DE10D8E0-4ADA-34A0-FDD8-C05C49926025}"/>
              </a:ext>
            </a:extLst>
          </p:cNvPr>
          <p:cNvSpPr/>
          <p:nvPr/>
        </p:nvSpPr>
        <p:spPr bwMode="auto">
          <a:xfrm>
            <a:off x="8223468" y="1966674"/>
            <a:ext cx="3310644" cy="645897"/>
          </a:xfrm>
          <a:prstGeom prst="snip2Diag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08000" tIns="108000" rIns="108000" bIns="108000" numCol="1" spcCol="0" rtlCol="0" fromWordArt="0" anchor="ctr" anchorCtr="0" forceAA="0" compatLnSpc="1">
            <a:prstTxWarp prst="textNoShape">
              <a:avLst/>
            </a:prstTxWarp>
            <a:noAutofit/>
          </a:bodyPr>
          <a:lstStyle/>
          <a:p>
            <a:pPr algn="ctr"/>
            <a:r>
              <a:rPr lang="en-US" sz="1600" b="1" dirty="0">
                <a:solidFill>
                  <a:schemeClr val="bg1"/>
                </a:solidFill>
                <a:latin typeface="Arial" panose="020B0604020202020204" pitchFamily="34" charset="0"/>
              </a:rPr>
              <a:t>Debug Acceleration</a:t>
            </a:r>
          </a:p>
        </p:txBody>
      </p:sp>
      <p:sp>
        <p:nvSpPr>
          <p:cNvPr id="29" name="Content Placeholder 6">
            <a:extLst>
              <a:ext uri="{FF2B5EF4-FFF2-40B4-BE49-F238E27FC236}">
                <a16:creationId xmlns:a16="http://schemas.microsoft.com/office/drawing/2014/main" id="{210E5BBD-3C7D-9ACB-05F5-34F454F90D50}"/>
              </a:ext>
            </a:extLst>
          </p:cNvPr>
          <p:cNvSpPr>
            <a:spLocks noGrp="1"/>
          </p:cNvSpPr>
          <p:nvPr>
            <p:ph sz="quarter" idx="12"/>
          </p:nvPr>
        </p:nvSpPr>
        <p:spPr>
          <a:xfrm>
            <a:off x="584201" y="2771128"/>
            <a:ext cx="3310644" cy="2788752"/>
          </a:xfrm>
        </p:spPr>
        <p:txBody>
          <a:bodyPr/>
          <a:lstStyle/>
          <a:p>
            <a:r>
              <a:rPr lang="en-US" sz="1600" dirty="0"/>
              <a:t>Full Versal™ Gen 2 NoC test design (traffic generator, NMU/NSU, memory responder) from one prompt</a:t>
            </a:r>
          </a:p>
          <a:p>
            <a:r>
              <a:rPr lang="en-US" sz="1600" dirty="0"/>
              <a:t>MPRAM duplication for hardware debug: urgent customer query to working design in under two hours on a Saturday</a:t>
            </a:r>
          </a:p>
          <a:p>
            <a:r>
              <a:rPr lang="en-US" sz="1600" dirty="0"/>
              <a:t>Auto-generated DCMAC/MRMAC example designs, all the way through Vitis™ software platform </a:t>
            </a:r>
          </a:p>
        </p:txBody>
      </p:sp>
      <p:sp>
        <p:nvSpPr>
          <p:cNvPr id="30" name="Content Placeholder 9">
            <a:extLst>
              <a:ext uri="{FF2B5EF4-FFF2-40B4-BE49-F238E27FC236}">
                <a16:creationId xmlns:a16="http://schemas.microsoft.com/office/drawing/2014/main" id="{A7F1E682-525A-D904-1646-6ABAB1FE8109}"/>
              </a:ext>
            </a:extLst>
          </p:cNvPr>
          <p:cNvSpPr>
            <a:spLocks noGrp="1"/>
          </p:cNvSpPr>
          <p:nvPr>
            <p:ph sz="quarter" idx="15"/>
          </p:nvPr>
        </p:nvSpPr>
        <p:spPr>
          <a:xfrm>
            <a:off x="4356101" y="2771128"/>
            <a:ext cx="3310644" cy="2788752"/>
          </a:xfrm>
        </p:spPr>
        <p:txBody>
          <a:bodyPr/>
          <a:lstStyle/>
          <a:p>
            <a:r>
              <a:rPr lang="en-US" sz="1600" dirty="0"/>
              <a:t>Single command drove agent to iterate until WNS &gt;= 0</a:t>
            </a:r>
          </a:p>
          <a:p>
            <a:r>
              <a:rPr lang="en-US" sz="1600" dirty="0"/>
              <a:t>LLM-driven RTL optimization took a design with TNS -260 to -9 in 5 prompts with no manual edits</a:t>
            </a:r>
          </a:p>
          <a:p>
            <a:r>
              <a:rPr lang="en-US" sz="1600" dirty="0"/>
              <a:t>Natural-language directive sweeps produce reusable TCL recipes</a:t>
            </a:r>
          </a:p>
        </p:txBody>
      </p:sp>
      <p:sp>
        <p:nvSpPr>
          <p:cNvPr id="31" name="Content Placeholder 12">
            <a:extLst>
              <a:ext uri="{FF2B5EF4-FFF2-40B4-BE49-F238E27FC236}">
                <a16:creationId xmlns:a16="http://schemas.microsoft.com/office/drawing/2014/main" id="{97FAE22C-138B-08D3-517B-745E859223D0}"/>
              </a:ext>
            </a:extLst>
          </p:cNvPr>
          <p:cNvSpPr>
            <a:spLocks noGrp="1"/>
          </p:cNvSpPr>
          <p:nvPr>
            <p:ph sz="quarter" idx="18"/>
          </p:nvPr>
        </p:nvSpPr>
        <p:spPr>
          <a:xfrm>
            <a:off x="8292393" y="2771128"/>
            <a:ext cx="3310644" cy="2788752"/>
          </a:xfrm>
        </p:spPr>
        <p:txBody>
          <a:bodyPr/>
          <a:lstStyle/>
          <a:p>
            <a:r>
              <a:rPr lang="en-US" sz="1600" dirty="0"/>
              <a:t>Complex Cross-IP SerDes debug with DCMAC and MRMAC, 5-10x speed up without combing through ~1000 pages of Product Guides</a:t>
            </a:r>
          </a:p>
          <a:p>
            <a:r>
              <a:rPr lang="en-US" sz="1600" dirty="0"/>
              <a:t>Vivado™ IDE version migration caused a Versal AI Edge Series Gen 2 performance regression. Root caused to NoC QoS change in half a day versus ~two weeks</a:t>
            </a:r>
          </a:p>
          <a:p>
            <a:r>
              <a:rPr lang="en-US" sz="1600" dirty="0"/>
              <a:t>PLM boot issue decoded and root caused in seconds</a:t>
            </a:r>
          </a:p>
        </p:txBody>
      </p:sp>
      <p:cxnSp>
        <p:nvCxnSpPr>
          <p:cNvPr id="32" name="Straight Connector 31">
            <a:extLst>
              <a:ext uri="{FF2B5EF4-FFF2-40B4-BE49-F238E27FC236}">
                <a16:creationId xmlns:a16="http://schemas.microsoft.com/office/drawing/2014/main" id="{8738F75D-B5C7-096D-A940-38B06203FEC6}"/>
              </a:ext>
            </a:extLst>
          </p:cNvPr>
          <p:cNvCxnSpPr/>
          <p:nvPr/>
        </p:nvCxnSpPr>
        <p:spPr>
          <a:xfrm>
            <a:off x="584200" y="6108178"/>
            <a:ext cx="11022583" cy="0"/>
          </a:xfrm>
          <a:prstGeom prst="line">
            <a:avLst/>
          </a:prstGeom>
          <a:ln w="1270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45903A-AB4C-F0AB-239C-94508420636D}"/>
              </a:ext>
            </a:extLst>
          </p:cNvPr>
          <p:cNvSpPr/>
          <p:nvPr/>
        </p:nvSpPr>
        <p:spPr bwMode="auto">
          <a:xfrm>
            <a:off x="1877634" y="6062459"/>
            <a:ext cx="871154"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4DDE7322-6959-10FE-E8CD-97E1BFF10BE1}"/>
              </a:ext>
            </a:extLst>
          </p:cNvPr>
          <p:cNvSpPr/>
          <p:nvPr/>
        </p:nvSpPr>
        <p:spPr bwMode="auto">
          <a:xfrm>
            <a:off x="5660423" y="6062459"/>
            <a:ext cx="871154" cy="45719"/>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B8FA323D-BDB3-994D-4253-977EA5C13418}"/>
              </a:ext>
            </a:extLst>
          </p:cNvPr>
          <p:cNvSpPr/>
          <p:nvPr/>
        </p:nvSpPr>
        <p:spPr bwMode="auto">
          <a:xfrm>
            <a:off x="9443213" y="6062459"/>
            <a:ext cx="871154" cy="4571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4277129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9CDE-B1BE-6D96-02AC-25802AF1F4BB}"/>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E0817A5-BB3E-27F8-07D9-2814E64ABD6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5" name="think-cell data - do not delete" hidden="1">
                        <a:extLst>
                          <a:ext uri="{FF2B5EF4-FFF2-40B4-BE49-F238E27FC236}">
                            <a16:creationId xmlns:a16="http://schemas.microsoft.com/office/drawing/2014/main" id="{FE0817A5-BB3E-27F8-07D9-2814E64ABD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Title 1">
            <a:extLst>
              <a:ext uri="{FF2B5EF4-FFF2-40B4-BE49-F238E27FC236}">
                <a16:creationId xmlns:a16="http://schemas.microsoft.com/office/drawing/2014/main" id="{E1D7DEA6-8A65-254A-C665-83656F46CB63}"/>
              </a:ext>
            </a:extLst>
          </p:cNvPr>
          <p:cNvSpPr>
            <a:spLocks noGrp="1"/>
          </p:cNvSpPr>
          <p:nvPr>
            <p:ph type="title"/>
          </p:nvPr>
        </p:nvSpPr>
        <p:spPr/>
        <p:txBody>
          <a:bodyPr vert="horz"/>
          <a:lstStyle/>
          <a:p>
            <a:pPr algn="l"/>
            <a:r>
              <a:rPr lang="en-US" dirty="0">
                <a:solidFill>
                  <a:srgbClr val="000000"/>
                </a:solidFill>
                <a:latin typeface="Arial Bold"/>
                <a:cs typeface="Segoe UI"/>
              </a:rPr>
              <a:t>Why AMD Vivado AI? Meets Distinct Needs of Each User</a:t>
            </a:r>
            <a:endParaRPr lang="en-US" dirty="0">
              <a:latin typeface="Arial Bold"/>
              <a:cs typeface="Segoe UI"/>
            </a:endParaRPr>
          </a:p>
        </p:txBody>
      </p:sp>
      <p:sp>
        <p:nvSpPr>
          <p:cNvPr id="20" name="TextBox 19"/>
          <p:cNvSpPr txBox="1"/>
          <p:nvPr/>
        </p:nvSpPr>
        <p:spPr>
          <a:xfrm>
            <a:off x="588262" y="1669101"/>
            <a:ext cx="2088000" cy="612000"/>
          </a:xfrm>
          <a:prstGeom prst="rect">
            <a:avLst/>
          </a:prstGeom>
          <a:solidFill>
            <a:schemeClr val="accent6">
              <a:lumMod val="20000"/>
              <a:lumOff val="80000"/>
            </a:schemeClr>
          </a:solidFill>
        </p:spPr>
        <p:txBody>
          <a:bodyPr wrap="square" lIns="108000" tIns="14400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System Architect</a:t>
            </a:r>
          </a:p>
        </p:txBody>
      </p:sp>
      <p:sp>
        <p:nvSpPr>
          <p:cNvPr id="31" name="TextBox 30"/>
          <p:cNvSpPr txBox="1"/>
          <p:nvPr/>
        </p:nvSpPr>
        <p:spPr>
          <a:xfrm>
            <a:off x="2821544" y="1669101"/>
            <a:ext cx="2088000" cy="612000"/>
          </a:xfrm>
          <a:prstGeom prst="rect">
            <a:avLst/>
          </a:prstGeom>
          <a:solidFill>
            <a:schemeClr val="accent6">
              <a:lumMod val="20000"/>
              <a:lumOff val="80000"/>
            </a:schemeClr>
          </a:solidFill>
        </p:spPr>
        <p:txBody>
          <a:bodyPr wrap="square" lIns="108000" tIns="14400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RTL Developer</a:t>
            </a:r>
          </a:p>
        </p:txBody>
      </p:sp>
      <p:sp>
        <p:nvSpPr>
          <p:cNvPr id="42" name="TextBox 41"/>
          <p:cNvSpPr txBox="1"/>
          <p:nvPr/>
        </p:nvSpPr>
        <p:spPr>
          <a:xfrm>
            <a:off x="5054826" y="1669101"/>
            <a:ext cx="2088000" cy="612000"/>
          </a:xfrm>
          <a:prstGeom prst="rect">
            <a:avLst/>
          </a:prstGeom>
          <a:solidFill>
            <a:schemeClr val="accent6">
              <a:lumMod val="20000"/>
              <a:lumOff val="80000"/>
            </a:schemeClr>
          </a:solidFill>
        </p:spPr>
        <p:txBody>
          <a:bodyPr wrap="square" lIns="108000" tIns="14400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Verification Eng</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ineer</a:t>
            </a:r>
            <a:endPar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53" name="TextBox 52"/>
          <p:cNvSpPr txBox="1"/>
          <p:nvPr/>
        </p:nvSpPr>
        <p:spPr>
          <a:xfrm>
            <a:off x="7288108" y="1669101"/>
            <a:ext cx="2088000" cy="612000"/>
          </a:xfrm>
          <a:prstGeom prst="rect">
            <a:avLst/>
          </a:prstGeom>
          <a:solidFill>
            <a:schemeClr val="accent6">
              <a:lumMod val="20000"/>
              <a:lumOff val="80000"/>
            </a:schemeClr>
          </a:solidFill>
        </p:spPr>
        <p:txBody>
          <a:bodyPr wrap="square" lIns="108000" tIns="14400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Timing Expert</a:t>
            </a:r>
          </a:p>
        </p:txBody>
      </p:sp>
      <p:sp>
        <p:nvSpPr>
          <p:cNvPr id="64" name="TextBox 63"/>
          <p:cNvSpPr txBox="1"/>
          <p:nvPr/>
        </p:nvSpPr>
        <p:spPr>
          <a:xfrm>
            <a:off x="9521388" y="1669101"/>
            <a:ext cx="2088000" cy="612000"/>
          </a:xfrm>
          <a:prstGeom prst="rect">
            <a:avLst/>
          </a:prstGeom>
          <a:solidFill>
            <a:schemeClr val="accent6">
              <a:lumMod val="20000"/>
              <a:lumOff val="80000"/>
            </a:schemeClr>
          </a:solidFill>
        </p:spPr>
        <p:txBody>
          <a:bodyPr wrap="square" lIns="108000" tIns="14400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Hardware Lab</a:t>
            </a:r>
          </a:p>
        </p:txBody>
      </p:sp>
      <p:sp>
        <p:nvSpPr>
          <p:cNvPr id="8" name="Rectangle: Diagonal Corners Snipped 7">
            <a:extLst>
              <a:ext uri="{FF2B5EF4-FFF2-40B4-BE49-F238E27FC236}">
                <a16:creationId xmlns:a16="http://schemas.microsoft.com/office/drawing/2014/main" id="{4F70A05C-2778-68E0-999C-F569D2BA153B}"/>
              </a:ext>
            </a:extLst>
          </p:cNvPr>
          <p:cNvSpPr/>
          <p:nvPr/>
        </p:nvSpPr>
        <p:spPr bwMode="auto">
          <a:xfrm>
            <a:off x="588262" y="1224933"/>
            <a:ext cx="2088000" cy="64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Design Architect</a:t>
            </a:r>
          </a:p>
        </p:txBody>
      </p:sp>
      <p:sp>
        <p:nvSpPr>
          <p:cNvPr id="9" name="Rectangle: Diagonal Corners Snipped 8">
            <a:extLst>
              <a:ext uri="{FF2B5EF4-FFF2-40B4-BE49-F238E27FC236}">
                <a16:creationId xmlns:a16="http://schemas.microsoft.com/office/drawing/2014/main" id="{70D5B857-05CD-EB1A-1021-4950673137BC}"/>
              </a:ext>
            </a:extLst>
          </p:cNvPr>
          <p:cNvSpPr/>
          <p:nvPr/>
        </p:nvSpPr>
        <p:spPr bwMode="auto">
          <a:xfrm>
            <a:off x="2821543" y="1224933"/>
            <a:ext cx="2088000" cy="64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Design Capture</a:t>
            </a:r>
          </a:p>
        </p:txBody>
      </p:sp>
      <p:sp>
        <p:nvSpPr>
          <p:cNvPr id="10" name="Rectangle: Diagonal Corners Snipped 9">
            <a:extLst>
              <a:ext uri="{FF2B5EF4-FFF2-40B4-BE49-F238E27FC236}">
                <a16:creationId xmlns:a16="http://schemas.microsoft.com/office/drawing/2014/main" id="{09EBEEFC-38E3-C429-4495-5ED3EE3C07AE}"/>
              </a:ext>
            </a:extLst>
          </p:cNvPr>
          <p:cNvSpPr/>
          <p:nvPr/>
        </p:nvSpPr>
        <p:spPr bwMode="auto">
          <a:xfrm>
            <a:off x="5054824" y="1224933"/>
            <a:ext cx="2088000" cy="64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Design Analysis</a:t>
            </a:r>
          </a:p>
        </p:txBody>
      </p:sp>
      <p:sp>
        <p:nvSpPr>
          <p:cNvPr id="11" name="Rectangle: Diagonal Corners Snipped 10">
            <a:extLst>
              <a:ext uri="{FF2B5EF4-FFF2-40B4-BE49-F238E27FC236}">
                <a16:creationId xmlns:a16="http://schemas.microsoft.com/office/drawing/2014/main" id="{CBF1CCF6-D15C-ADB3-F7EA-923AD76BA23F}"/>
              </a:ext>
            </a:extLst>
          </p:cNvPr>
          <p:cNvSpPr/>
          <p:nvPr/>
        </p:nvSpPr>
        <p:spPr bwMode="auto">
          <a:xfrm>
            <a:off x="7288105" y="1224933"/>
            <a:ext cx="2088000" cy="64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Design Closure</a:t>
            </a:r>
          </a:p>
        </p:txBody>
      </p:sp>
      <p:sp>
        <p:nvSpPr>
          <p:cNvPr id="12" name="Rectangle: Diagonal Corners Snipped 11">
            <a:extLst>
              <a:ext uri="{FF2B5EF4-FFF2-40B4-BE49-F238E27FC236}">
                <a16:creationId xmlns:a16="http://schemas.microsoft.com/office/drawing/2014/main" id="{7D7D59C9-9499-DCEF-6359-38627C660472}"/>
              </a:ext>
            </a:extLst>
          </p:cNvPr>
          <p:cNvSpPr/>
          <p:nvPr/>
        </p:nvSpPr>
        <p:spPr bwMode="auto">
          <a:xfrm>
            <a:off x="9521388" y="1224933"/>
            <a:ext cx="2088000" cy="64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Hardware Debug</a:t>
            </a:r>
          </a:p>
        </p:txBody>
      </p:sp>
      <p:sp>
        <p:nvSpPr>
          <p:cNvPr id="13" name="TextBox 12">
            <a:extLst>
              <a:ext uri="{FF2B5EF4-FFF2-40B4-BE49-F238E27FC236}">
                <a16:creationId xmlns:a16="http://schemas.microsoft.com/office/drawing/2014/main" id="{D221234B-9BE4-199E-9EBF-A3D2213CB116}"/>
              </a:ext>
            </a:extLst>
          </p:cNvPr>
          <p:cNvSpPr txBox="1"/>
          <p:nvPr/>
        </p:nvSpPr>
        <p:spPr>
          <a:xfrm>
            <a:off x="588262" y="2439858"/>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CHALLENGE</a:t>
            </a:r>
            <a:endParaRPr kumimoji="0"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endParaRPr>
          </a:p>
        </p:txBody>
      </p:sp>
      <p:sp>
        <p:nvSpPr>
          <p:cNvPr id="14" name="TextBox 13">
            <a:extLst>
              <a:ext uri="{FF2B5EF4-FFF2-40B4-BE49-F238E27FC236}">
                <a16:creationId xmlns:a16="http://schemas.microsoft.com/office/drawing/2014/main" id="{BE4F6D79-237A-5CDD-9039-CE4719C40B25}"/>
              </a:ext>
            </a:extLst>
          </p:cNvPr>
          <p:cNvSpPr txBox="1"/>
          <p:nvPr/>
        </p:nvSpPr>
        <p:spPr>
          <a:xfrm>
            <a:off x="2821544" y="2439858"/>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CHALLENGE</a:t>
            </a:r>
          </a:p>
        </p:txBody>
      </p:sp>
      <p:sp>
        <p:nvSpPr>
          <p:cNvPr id="15" name="TextBox 14">
            <a:extLst>
              <a:ext uri="{FF2B5EF4-FFF2-40B4-BE49-F238E27FC236}">
                <a16:creationId xmlns:a16="http://schemas.microsoft.com/office/drawing/2014/main" id="{E99078A5-2FD0-2C16-3271-F79E183CD82F}"/>
              </a:ext>
            </a:extLst>
          </p:cNvPr>
          <p:cNvSpPr txBox="1"/>
          <p:nvPr/>
        </p:nvSpPr>
        <p:spPr>
          <a:xfrm>
            <a:off x="5054826" y="2439858"/>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CHALLENGE</a:t>
            </a:r>
          </a:p>
        </p:txBody>
      </p:sp>
      <p:sp>
        <p:nvSpPr>
          <p:cNvPr id="16" name="TextBox 15">
            <a:extLst>
              <a:ext uri="{FF2B5EF4-FFF2-40B4-BE49-F238E27FC236}">
                <a16:creationId xmlns:a16="http://schemas.microsoft.com/office/drawing/2014/main" id="{6FB07885-89B3-9189-1C45-FB5592F97CE4}"/>
              </a:ext>
            </a:extLst>
          </p:cNvPr>
          <p:cNvSpPr txBox="1"/>
          <p:nvPr/>
        </p:nvSpPr>
        <p:spPr>
          <a:xfrm>
            <a:off x="7288108" y="2439858"/>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CHALLENGE</a:t>
            </a:r>
          </a:p>
        </p:txBody>
      </p:sp>
      <p:sp>
        <p:nvSpPr>
          <p:cNvPr id="17" name="TextBox 16">
            <a:extLst>
              <a:ext uri="{FF2B5EF4-FFF2-40B4-BE49-F238E27FC236}">
                <a16:creationId xmlns:a16="http://schemas.microsoft.com/office/drawing/2014/main" id="{6996BAE8-350A-BD4A-BE63-9C9C095D925B}"/>
              </a:ext>
            </a:extLst>
          </p:cNvPr>
          <p:cNvSpPr txBox="1"/>
          <p:nvPr/>
        </p:nvSpPr>
        <p:spPr>
          <a:xfrm>
            <a:off x="9521388" y="2439858"/>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CHALLENGE</a:t>
            </a:r>
          </a:p>
        </p:txBody>
      </p:sp>
      <p:sp>
        <p:nvSpPr>
          <p:cNvPr id="74" name="TextBox 73">
            <a:extLst>
              <a:ext uri="{FF2B5EF4-FFF2-40B4-BE49-F238E27FC236}">
                <a16:creationId xmlns:a16="http://schemas.microsoft.com/office/drawing/2014/main" id="{06ADC1B6-BA4F-EB00-67D5-14C769F3D1A2}"/>
              </a:ext>
            </a:extLst>
          </p:cNvPr>
          <p:cNvSpPr txBox="1"/>
          <p:nvPr/>
        </p:nvSpPr>
        <p:spPr>
          <a:xfrm>
            <a:off x="588262" y="2994615"/>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Slow design exploration &amp; device selection</a:t>
            </a:r>
          </a:p>
        </p:txBody>
      </p:sp>
      <p:sp>
        <p:nvSpPr>
          <p:cNvPr id="75" name="TextBox 74">
            <a:extLst>
              <a:ext uri="{FF2B5EF4-FFF2-40B4-BE49-F238E27FC236}">
                <a16:creationId xmlns:a16="http://schemas.microsoft.com/office/drawing/2014/main" id="{5B728DF9-1EE8-B0BB-D0C0-CB4F11F8EA2E}"/>
              </a:ext>
            </a:extLst>
          </p:cNvPr>
          <p:cNvSpPr txBox="1"/>
          <p:nvPr/>
        </p:nvSpPr>
        <p:spPr>
          <a:xfrm>
            <a:off x="2821544" y="2994615"/>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Extensive </a:t>
            </a:r>
            <a:r>
              <a:rPr kumimoji="0" lang="en-US"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Tcl</a:t>
            </a: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&amp; IPI hand-coding, no style enforcement</a:t>
            </a:r>
          </a:p>
        </p:txBody>
      </p:sp>
      <p:sp>
        <p:nvSpPr>
          <p:cNvPr id="76" name="TextBox 75">
            <a:extLst>
              <a:ext uri="{FF2B5EF4-FFF2-40B4-BE49-F238E27FC236}">
                <a16:creationId xmlns:a16="http://schemas.microsoft.com/office/drawing/2014/main" id="{D3CD070A-EB7C-DA00-26A9-D543C7CA54BC}"/>
              </a:ext>
            </a:extLst>
          </p:cNvPr>
          <p:cNvSpPr txBox="1"/>
          <p:nvPr/>
        </p:nvSpPr>
        <p:spPr>
          <a:xfrm>
            <a:off x="5054826" y="2994615"/>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Overwhelming logs &amp; reports, manual triage across runs</a:t>
            </a:r>
          </a:p>
        </p:txBody>
      </p:sp>
      <p:sp>
        <p:nvSpPr>
          <p:cNvPr id="77" name="TextBox 76">
            <a:extLst>
              <a:ext uri="{FF2B5EF4-FFF2-40B4-BE49-F238E27FC236}">
                <a16:creationId xmlns:a16="http://schemas.microsoft.com/office/drawing/2014/main" id="{37A8C4C2-B2D0-1523-5748-8A4D9FB90038}"/>
              </a:ext>
            </a:extLst>
          </p:cNvPr>
          <p:cNvSpPr txBox="1"/>
          <p:nvPr/>
        </p:nvSpPr>
        <p:spPr>
          <a:xfrm>
            <a:off x="7288108" y="2994615"/>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Iterative guesswork with low timing &amp; DRC closure hit-rates</a:t>
            </a:r>
          </a:p>
        </p:txBody>
      </p:sp>
      <p:sp>
        <p:nvSpPr>
          <p:cNvPr id="78" name="TextBox 77">
            <a:extLst>
              <a:ext uri="{FF2B5EF4-FFF2-40B4-BE49-F238E27FC236}">
                <a16:creationId xmlns:a16="http://schemas.microsoft.com/office/drawing/2014/main" id="{8EA5C1BF-B306-FE46-33A1-4006D9B9693E}"/>
              </a:ext>
            </a:extLst>
          </p:cNvPr>
          <p:cNvSpPr txBox="1"/>
          <p:nvPr/>
        </p:nvSpPr>
        <p:spPr>
          <a:xfrm>
            <a:off x="9521388" y="2994615"/>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Complex NoC, DDR, PCIe® link &amp; PDI load debugging</a:t>
            </a:r>
          </a:p>
        </p:txBody>
      </p:sp>
      <p:sp>
        <p:nvSpPr>
          <p:cNvPr id="79" name="TextBox 78">
            <a:extLst>
              <a:ext uri="{FF2B5EF4-FFF2-40B4-BE49-F238E27FC236}">
                <a16:creationId xmlns:a16="http://schemas.microsoft.com/office/drawing/2014/main" id="{E417F9FA-6495-792D-AB7A-6120E04248B4}"/>
              </a:ext>
            </a:extLst>
          </p:cNvPr>
          <p:cNvSpPr txBox="1"/>
          <p:nvPr/>
        </p:nvSpPr>
        <p:spPr>
          <a:xfrm>
            <a:off x="588262" y="3491926"/>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PROMPT</a:t>
            </a:r>
            <a:endParaRPr kumimoji="0"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endParaRPr>
          </a:p>
        </p:txBody>
      </p:sp>
      <p:sp>
        <p:nvSpPr>
          <p:cNvPr id="80" name="TextBox 79">
            <a:extLst>
              <a:ext uri="{FF2B5EF4-FFF2-40B4-BE49-F238E27FC236}">
                <a16:creationId xmlns:a16="http://schemas.microsoft.com/office/drawing/2014/main" id="{1E5B6A34-1FE5-F2B2-6A21-18CBB44C8130}"/>
              </a:ext>
            </a:extLst>
          </p:cNvPr>
          <p:cNvSpPr txBox="1"/>
          <p:nvPr/>
        </p:nvSpPr>
        <p:spPr>
          <a:xfrm>
            <a:off x="2821544" y="3491926"/>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PROMPT</a:t>
            </a:r>
          </a:p>
        </p:txBody>
      </p:sp>
      <p:sp>
        <p:nvSpPr>
          <p:cNvPr id="81" name="TextBox 80">
            <a:extLst>
              <a:ext uri="{FF2B5EF4-FFF2-40B4-BE49-F238E27FC236}">
                <a16:creationId xmlns:a16="http://schemas.microsoft.com/office/drawing/2014/main" id="{7B16190B-81DE-5F7F-5A7D-C59E40C4ABAD}"/>
              </a:ext>
            </a:extLst>
          </p:cNvPr>
          <p:cNvSpPr txBox="1"/>
          <p:nvPr/>
        </p:nvSpPr>
        <p:spPr>
          <a:xfrm>
            <a:off x="5054826" y="3491926"/>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PROMPT</a:t>
            </a:r>
          </a:p>
        </p:txBody>
      </p:sp>
      <p:sp>
        <p:nvSpPr>
          <p:cNvPr id="82" name="TextBox 81">
            <a:extLst>
              <a:ext uri="{FF2B5EF4-FFF2-40B4-BE49-F238E27FC236}">
                <a16:creationId xmlns:a16="http://schemas.microsoft.com/office/drawing/2014/main" id="{413F0195-786A-5B9D-2636-2B8CE7BE8C94}"/>
              </a:ext>
            </a:extLst>
          </p:cNvPr>
          <p:cNvSpPr txBox="1"/>
          <p:nvPr/>
        </p:nvSpPr>
        <p:spPr>
          <a:xfrm>
            <a:off x="7288108" y="3491926"/>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PROMPT</a:t>
            </a:r>
          </a:p>
        </p:txBody>
      </p:sp>
      <p:sp>
        <p:nvSpPr>
          <p:cNvPr id="83" name="TextBox 82">
            <a:extLst>
              <a:ext uri="{FF2B5EF4-FFF2-40B4-BE49-F238E27FC236}">
                <a16:creationId xmlns:a16="http://schemas.microsoft.com/office/drawing/2014/main" id="{EE1E9351-02E4-ED95-DB1D-99E48676BA11}"/>
              </a:ext>
            </a:extLst>
          </p:cNvPr>
          <p:cNvSpPr txBox="1"/>
          <p:nvPr/>
        </p:nvSpPr>
        <p:spPr>
          <a:xfrm>
            <a:off x="9521388" y="3491926"/>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PROMPT</a:t>
            </a:r>
          </a:p>
        </p:txBody>
      </p:sp>
      <p:sp>
        <p:nvSpPr>
          <p:cNvPr id="84" name="TextBox 83">
            <a:extLst>
              <a:ext uri="{FF2B5EF4-FFF2-40B4-BE49-F238E27FC236}">
                <a16:creationId xmlns:a16="http://schemas.microsoft.com/office/drawing/2014/main" id="{64315921-2A7C-B1E4-9A94-D24CB4BBFE60}"/>
              </a:ext>
            </a:extLst>
          </p:cNvPr>
          <p:cNvSpPr txBox="1"/>
          <p:nvPr/>
        </p:nvSpPr>
        <p:spPr>
          <a:xfrm>
            <a:off x="588262" y="3926615"/>
            <a:ext cx="2088000" cy="1092607"/>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Explore Zynq™ UltraScale+™ options for my video pipeline use case</a:t>
            </a:r>
          </a:p>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Compare AMD Versal™ vs Zynq for my AI inference workload</a:t>
            </a:r>
          </a:p>
        </p:txBody>
      </p:sp>
      <p:sp>
        <p:nvSpPr>
          <p:cNvPr id="85" name="TextBox 84">
            <a:extLst>
              <a:ext uri="{FF2B5EF4-FFF2-40B4-BE49-F238E27FC236}">
                <a16:creationId xmlns:a16="http://schemas.microsoft.com/office/drawing/2014/main" id="{60A57B3F-3BFD-D452-0767-2532FA126286}"/>
              </a:ext>
            </a:extLst>
          </p:cNvPr>
          <p:cNvSpPr txBox="1"/>
          <p:nvPr/>
        </p:nvSpPr>
        <p:spPr>
          <a:xfrm>
            <a:off x="2821544" y="3926615"/>
            <a:ext cx="2088000" cy="754053"/>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Create IPI block design with Zynq PS, AXI GPIO &amp; Timer</a:t>
            </a:r>
          </a:p>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Check my RTL for best practices—style &amp; pragmas</a:t>
            </a:r>
          </a:p>
        </p:txBody>
      </p:sp>
      <p:sp>
        <p:nvSpPr>
          <p:cNvPr id="86" name="TextBox 85">
            <a:extLst>
              <a:ext uri="{FF2B5EF4-FFF2-40B4-BE49-F238E27FC236}">
                <a16:creationId xmlns:a16="http://schemas.microsoft.com/office/drawing/2014/main" id="{F6274940-DECF-39F5-7089-069BB683C8E8}"/>
              </a:ext>
            </a:extLst>
          </p:cNvPr>
          <p:cNvSpPr txBox="1"/>
          <p:nvPr/>
        </p:nvSpPr>
        <p:spPr>
          <a:xfrm>
            <a:off x="5054826" y="3926615"/>
            <a:ext cx="2088000" cy="923330"/>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47 critical warnings—which ones matter and what to fix?</a:t>
            </a:r>
          </a:p>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Identify critical paths &amp; congestion hotspots post-synthesis</a:t>
            </a:r>
          </a:p>
        </p:txBody>
      </p:sp>
      <p:sp>
        <p:nvSpPr>
          <p:cNvPr id="87" name="TextBox 86">
            <a:extLst>
              <a:ext uri="{FF2B5EF4-FFF2-40B4-BE49-F238E27FC236}">
                <a16:creationId xmlns:a16="http://schemas.microsoft.com/office/drawing/2014/main" id="{150F7E02-F9BD-88A1-D49C-2D9BF19C25DD}"/>
              </a:ext>
            </a:extLst>
          </p:cNvPr>
          <p:cNvSpPr txBox="1"/>
          <p:nvPr/>
        </p:nvSpPr>
        <p:spPr>
          <a:xfrm>
            <a:off x="7288108" y="3926615"/>
            <a:ext cx="2088000" cy="1092607"/>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failing timing paths after 8 implementation runs—what next?</a:t>
            </a:r>
          </a:p>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Suggest constraints for this clock domain crossing violation</a:t>
            </a:r>
          </a:p>
        </p:txBody>
      </p:sp>
      <p:sp>
        <p:nvSpPr>
          <p:cNvPr id="88" name="TextBox 87">
            <a:extLst>
              <a:ext uri="{FF2B5EF4-FFF2-40B4-BE49-F238E27FC236}">
                <a16:creationId xmlns:a16="http://schemas.microsoft.com/office/drawing/2014/main" id="{AF6464AD-BD70-1A3D-C371-56C253C738F1}"/>
              </a:ext>
            </a:extLst>
          </p:cNvPr>
          <p:cNvSpPr txBox="1"/>
          <p:nvPr/>
        </p:nvSpPr>
        <p:spPr>
          <a:xfrm>
            <a:off x="9521388" y="3926615"/>
            <a:ext cx="2088000" cy="923330"/>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PDI boot fails on Versal VCK190 devices after adding NoC—what's wrong?</a:t>
            </a:r>
          </a:p>
          <a:p>
            <a:pPr marL="171450" marR="0" lvl="0" indent="-171450" algn="l" defTabSz="91436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My DDR calibration fails at 3200 MT/s—debug steps?</a:t>
            </a:r>
          </a:p>
        </p:txBody>
      </p:sp>
      <p:sp>
        <p:nvSpPr>
          <p:cNvPr id="99" name="TextBox 98">
            <a:extLst>
              <a:ext uri="{FF2B5EF4-FFF2-40B4-BE49-F238E27FC236}">
                <a16:creationId xmlns:a16="http://schemas.microsoft.com/office/drawing/2014/main" id="{D530CED5-E90E-DA55-DD15-85A9965EFE08}"/>
              </a:ext>
            </a:extLst>
          </p:cNvPr>
          <p:cNvSpPr txBox="1"/>
          <p:nvPr/>
        </p:nvSpPr>
        <p:spPr>
          <a:xfrm>
            <a:off x="588262" y="5035693"/>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OUTCOME</a:t>
            </a:r>
            <a:endParaRPr kumimoji="0"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endParaRPr>
          </a:p>
        </p:txBody>
      </p:sp>
      <p:sp>
        <p:nvSpPr>
          <p:cNvPr id="100" name="TextBox 99">
            <a:extLst>
              <a:ext uri="{FF2B5EF4-FFF2-40B4-BE49-F238E27FC236}">
                <a16:creationId xmlns:a16="http://schemas.microsoft.com/office/drawing/2014/main" id="{E78E0501-3B3A-34B9-FCE4-8952B895F667}"/>
              </a:ext>
            </a:extLst>
          </p:cNvPr>
          <p:cNvSpPr txBox="1"/>
          <p:nvPr/>
        </p:nvSpPr>
        <p:spPr>
          <a:xfrm>
            <a:off x="2821544" y="5035693"/>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OUTCOME</a:t>
            </a:r>
          </a:p>
        </p:txBody>
      </p:sp>
      <p:sp>
        <p:nvSpPr>
          <p:cNvPr id="101" name="TextBox 100">
            <a:extLst>
              <a:ext uri="{FF2B5EF4-FFF2-40B4-BE49-F238E27FC236}">
                <a16:creationId xmlns:a16="http://schemas.microsoft.com/office/drawing/2014/main" id="{64B21596-8EE6-4D35-D6B4-C50C9A7A052A}"/>
              </a:ext>
            </a:extLst>
          </p:cNvPr>
          <p:cNvSpPr txBox="1"/>
          <p:nvPr/>
        </p:nvSpPr>
        <p:spPr>
          <a:xfrm>
            <a:off x="5054826" y="5035693"/>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OUTCOME</a:t>
            </a:r>
          </a:p>
        </p:txBody>
      </p:sp>
      <p:sp>
        <p:nvSpPr>
          <p:cNvPr id="102" name="TextBox 101">
            <a:extLst>
              <a:ext uri="{FF2B5EF4-FFF2-40B4-BE49-F238E27FC236}">
                <a16:creationId xmlns:a16="http://schemas.microsoft.com/office/drawing/2014/main" id="{C96922C7-BB08-56EE-6853-A40B00A0C71E}"/>
              </a:ext>
            </a:extLst>
          </p:cNvPr>
          <p:cNvSpPr txBox="1"/>
          <p:nvPr/>
        </p:nvSpPr>
        <p:spPr>
          <a:xfrm>
            <a:off x="7288108" y="5035693"/>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OUTCOME</a:t>
            </a:r>
          </a:p>
        </p:txBody>
      </p:sp>
      <p:sp>
        <p:nvSpPr>
          <p:cNvPr id="103" name="TextBox 102">
            <a:extLst>
              <a:ext uri="{FF2B5EF4-FFF2-40B4-BE49-F238E27FC236}">
                <a16:creationId xmlns:a16="http://schemas.microsoft.com/office/drawing/2014/main" id="{2A5A32A0-88A7-E856-D6F9-86C5F841D56E}"/>
              </a:ext>
            </a:extLst>
          </p:cNvPr>
          <p:cNvSpPr txBox="1"/>
          <p:nvPr/>
        </p:nvSpPr>
        <p:spPr>
          <a:xfrm>
            <a:off x="9521388" y="5035693"/>
            <a:ext cx="2088000" cy="396000"/>
          </a:xfrm>
          <a:prstGeom prst="rect">
            <a:avLst/>
          </a:prstGeom>
          <a:solidFill>
            <a:schemeClr val="bg1">
              <a:lumMod val="95000"/>
            </a:schemeClr>
          </a:solidFill>
        </p:spPr>
        <p:txBody>
          <a:bodyPr wrap="square" lIns="108000" tIns="0" rIns="108000" bIns="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Bold" panose="020B0704020202020204" pitchFamily="34" charset="0"/>
                <a:ea typeface="+mn-ea"/>
                <a:cs typeface="+mn-cs"/>
              </a:rPr>
              <a:t>OUTCOME</a:t>
            </a:r>
          </a:p>
        </p:txBody>
      </p:sp>
      <p:sp>
        <p:nvSpPr>
          <p:cNvPr id="104" name="TextBox 103">
            <a:extLst>
              <a:ext uri="{FF2B5EF4-FFF2-40B4-BE49-F238E27FC236}">
                <a16:creationId xmlns:a16="http://schemas.microsoft.com/office/drawing/2014/main" id="{FC7F9C9E-2314-7652-BF9B-52EC193E45AE}"/>
              </a:ext>
            </a:extLst>
          </p:cNvPr>
          <p:cNvSpPr txBox="1"/>
          <p:nvPr/>
        </p:nvSpPr>
        <p:spPr>
          <a:xfrm>
            <a:off x="588262" y="5590450"/>
            <a:ext cx="2088000" cy="507831"/>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RAG-backed guided exploration &amp; device recommendations</a:t>
            </a:r>
          </a:p>
        </p:txBody>
      </p:sp>
      <p:sp>
        <p:nvSpPr>
          <p:cNvPr id="105" name="TextBox 104">
            <a:extLst>
              <a:ext uri="{FF2B5EF4-FFF2-40B4-BE49-F238E27FC236}">
                <a16:creationId xmlns:a16="http://schemas.microsoft.com/office/drawing/2014/main" id="{409033F4-DE2F-7300-E1DB-152A10A22030}"/>
              </a:ext>
            </a:extLst>
          </p:cNvPr>
          <p:cNvSpPr txBox="1"/>
          <p:nvPr/>
        </p:nvSpPr>
        <p:spPr>
          <a:xfrm>
            <a:off x="2821544" y="5590450"/>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Natural language to IPI/RTL design + RTL best practices</a:t>
            </a:r>
          </a:p>
        </p:txBody>
      </p:sp>
      <p:sp>
        <p:nvSpPr>
          <p:cNvPr id="106" name="TextBox 105">
            <a:extLst>
              <a:ext uri="{FF2B5EF4-FFF2-40B4-BE49-F238E27FC236}">
                <a16:creationId xmlns:a16="http://schemas.microsoft.com/office/drawing/2014/main" id="{EE59B981-90F0-8E0D-53C5-7BEBAD024AF1}"/>
              </a:ext>
            </a:extLst>
          </p:cNvPr>
          <p:cNvSpPr txBox="1"/>
          <p:nvPr/>
        </p:nvSpPr>
        <p:spPr>
          <a:xfrm>
            <a:off x="5054826" y="5590450"/>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Prioritized issues with fixes, critical path &amp; congestion</a:t>
            </a:r>
          </a:p>
        </p:txBody>
      </p:sp>
      <p:sp>
        <p:nvSpPr>
          <p:cNvPr id="107" name="TextBox 106">
            <a:extLst>
              <a:ext uri="{FF2B5EF4-FFF2-40B4-BE49-F238E27FC236}">
                <a16:creationId xmlns:a16="http://schemas.microsoft.com/office/drawing/2014/main" id="{F669672C-0A90-2C8B-09E0-7C4097FAA551}"/>
              </a:ext>
            </a:extLst>
          </p:cNvPr>
          <p:cNvSpPr txBox="1"/>
          <p:nvPr/>
        </p:nvSpPr>
        <p:spPr>
          <a:xfrm>
            <a:off x="7288108" y="5590450"/>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Evidence-backed suggestions, improved closure hit-rate</a:t>
            </a:r>
          </a:p>
        </p:txBody>
      </p:sp>
      <p:sp>
        <p:nvSpPr>
          <p:cNvPr id="108" name="TextBox 107">
            <a:extLst>
              <a:ext uri="{FF2B5EF4-FFF2-40B4-BE49-F238E27FC236}">
                <a16:creationId xmlns:a16="http://schemas.microsoft.com/office/drawing/2014/main" id="{DA3260C2-E83F-59AE-9CAF-3AD746379850}"/>
              </a:ext>
            </a:extLst>
          </p:cNvPr>
          <p:cNvSpPr txBox="1"/>
          <p:nvPr/>
        </p:nvSpPr>
        <p:spPr>
          <a:xfrm>
            <a:off x="9521388" y="5590450"/>
            <a:ext cx="2088000" cy="338554"/>
          </a:xfrm>
          <a:prstGeom prst="rect">
            <a:avLst/>
          </a:prstGeom>
          <a:noFill/>
        </p:spPr>
        <p:txBody>
          <a:bodyPr wrap="square" lIns="0" tIns="0" rIns="0" bIns="0" anchor="t">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Rapid hardware bring up via agentic AI workflows</a:t>
            </a:r>
          </a:p>
        </p:txBody>
      </p:sp>
      <p:cxnSp>
        <p:nvCxnSpPr>
          <p:cNvPr id="117" name="Straight Connector 116">
            <a:extLst>
              <a:ext uri="{FF2B5EF4-FFF2-40B4-BE49-F238E27FC236}">
                <a16:creationId xmlns:a16="http://schemas.microsoft.com/office/drawing/2014/main" id="{A0C84D69-20C5-20C6-42B0-FD5218391B73}"/>
              </a:ext>
            </a:extLst>
          </p:cNvPr>
          <p:cNvCxnSpPr/>
          <p:nvPr/>
        </p:nvCxnSpPr>
        <p:spPr>
          <a:xfrm>
            <a:off x="584200" y="6217035"/>
            <a:ext cx="11022583" cy="0"/>
          </a:xfrm>
          <a:prstGeom prst="line">
            <a:avLst/>
          </a:prstGeom>
          <a:ln w="1270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BFD982EF-0A22-D4DF-BAE6-08BEAAA47E77}"/>
              </a:ext>
            </a:extLst>
          </p:cNvPr>
          <p:cNvSpPr/>
          <p:nvPr/>
        </p:nvSpPr>
        <p:spPr bwMode="auto">
          <a:xfrm>
            <a:off x="1429062" y="6171316"/>
            <a:ext cx="406400"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119" name="Rectangle 118">
            <a:extLst>
              <a:ext uri="{FF2B5EF4-FFF2-40B4-BE49-F238E27FC236}">
                <a16:creationId xmlns:a16="http://schemas.microsoft.com/office/drawing/2014/main" id="{3B6E06D0-0EB6-A54C-1B3E-7322206BA0C2}"/>
              </a:ext>
            </a:extLst>
          </p:cNvPr>
          <p:cNvSpPr/>
          <p:nvPr/>
        </p:nvSpPr>
        <p:spPr bwMode="auto">
          <a:xfrm>
            <a:off x="3662344" y="6171316"/>
            <a:ext cx="406400"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120" name="Rectangle 119">
            <a:extLst>
              <a:ext uri="{FF2B5EF4-FFF2-40B4-BE49-F238E27FC236}">
                <a16:creationId xmlns:a16="http://schemas.microsoft.com/office/drawing/2014/main" id="{DF32E93F-6AB6-0B83-6CD9-6F961E305FE9}"/>
              </a:ext>
            </a:extLst>
          </p:cNvPr>
          <p:cNvSpPr/>
          <p:nvPr/>
        </p:nvSpPr>
        <p:spPr bwMode="auto">
          <a:xfrm>
            <a:off x="5895625" y="6171316"/>
            <a:ext cx="406400"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121" name="Rectangle 120">
            <a:extLst>
              <a:ext uri="{FF2B5EF4-FFF2-40B4-BE49-F238E27FC236}">
                <a16:creationId xmlns:a16="http://schemas.microsoft.com/office/drawing/2014/main" id="{9621B15B-0B0F-5167-6C04-8704861A3909}"/>
              </a:ext>
            </a:extLst>
          </p:cNvPr>
          <p:cNvSpPr/>
          <p:nvPr/>
        </p:nvSpPr>
        <p:spPr bwMode="auto">
          <a:xfrm>
            <a:off x="8128907" y="6171316"/>
            <a:ext cx="406400"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122" name="Rectangle 121">
            <a:extLst>
              <a:ext uri="{FF2B5EF4-FFF2-40B4-BE49-F238E27FC236}">
                <a16:creationId xmlns:a16="http://schemas.microsoft.com/office/drawing/2014/main" id="{257EEC5F-0BED-7394-D2A7-317E6A70C1B6}"/>
              </a:ext>
            </a:extLst>
          </p:cNvPr>
          <p:cNvSpPr/>
          <p:nvPr/>
        </p:nvSpPr>
        <p:spPr bwMode="auto">
          <a:xfrm>
            <a:off x="10362188" y="6171316"/>
            <a:ext cx="406400" cy="45719"/>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Tree>
    <p:extLst>
      <p:ext uri="{BB962C8B-B14F-4D97-AF65-F5344CB8AC3E}">
        <p14:creationId xmlns:p14="http://schemas.microsoft.com/office/powerpoint/2010/main" val="46049878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ABAFA-18B9-AF9B-44B8-D1AD7C8BBDF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43D0EDD-A826-3B6D-DB19-89BDC859A8D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E43D0EDD-A826-3B6D-DB19-89BDC859A8D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F9BED10-8241-23FF-4148-DB8328FC1338}"/>
              </a:ext>
            </a:extLst>
          </p:cNvPr>
          <p:cNvSpPr>
            <a:spLocks noGrp="1"/>
          </p:cNvSpPr>
          <p:nvPr>
            <p:ph type="title"/>
          </p:nvPr>
        </p:nvSpPr>
        <p:spPr/>
        <p:txBody>
          <a:bodyPr vert="horz" wrap="square" anchor="t">
            <a:normAutofit/>
          </a:bodyPr>
          <a:lstStyle/>
          <a:p>
            <a:r>
              <a:rPr lang="en-US" dirty="0">
                <a:latin typeface="Arial Bold" panose="020B0704020202020204" pitchFamily="34" charset="0"/>
              </a:rPr>
              <a:t>Agenda</a:t>
            </a:r>
          </a:p>
        </p:txBody>
      </p:sp>
      <p:grpSp>
        <p:nvGrpSpPr>
          <p:cNvPr id="5" name="Group 4">
            <a:extLst>
              <a:ext uri="{FF2B5EF4-FFF2-40B4-BE49-F238E27FC236}">
                <a16:creationId xmlns:a16="http://schemas.microsoft.com/office/drawing/2014/main" id="{B3048BF7-F8A7-120C-0E11-6C8D79FF14B3}"/>
              </a:ext>
            </a:extLst>
          </p:cNvPr>
          <p:cNvGrpSpPr/>
          <p:nvPr/>
        </p:nvGrpSpPr>
        <p:grpSpPr>
          <a:xfrm>
            <a:off x="4648200" y="3204306"/>
            <a:ext cx="6959601" cy="1009195"/>
            <a:chOff x="4648200" y="3047891"/>
            <a:chExt cx="6959601" cy="1009195"/>
          </a:xfrm>
        </p:grpSpPr>
        <p:cxnSp>
          <p:nvCxnSpPr>
            <p:cNvPr id="8" name="Straight Connector 7">
              <a:extLst>
                <a:ext uri="{FF2B5EF4-FFF2-40B4-BE49-F238E27FC236}">
                  <a16:creationId xmlns:a16="http://schemas.microsoft.com/office/drawing/2014/main" id="{E18E82E0-09A1-5C11-E5E2-7DB9F1113196}"/>
                </a:ext>
              </a:extLst>
            </p:cNvPr>
            <p:cNvCxnSpPr>
              <a:cxnSpLocks/>
            </p:cNvCxnSpPr>
            <p:nvPr/>
          </p:nvCxnSpPr>
          <p:spPr>
            <a:xfrm>
              <a:off x="5140960" y="30478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Rectangle: Diagonal Corners Snipped 8">
              <a:extLst>
                <a:ext uri="{FF2B5EF4-FFF2-40B4-BE49-F238E27FC236}">
                  <a16:creationId xmlns:a16="http://schemas.microsoft.com/office/drawing/2014/main" id="{5B1F462A-6C21-66DB-6FD1-F917F901E61E}"/>
                </a:ext>
              </a:extLst>
            </p:cNvPr>
            <p:cNvSpPr/>
            <p:nvPr/>
          </p:nvSpPr>
          <p:spPr bwMode="auto">
            <a:xfrm>
              <a:off x="4648200" y="3128256"/>
              <a:ext cx="288000" cy="28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2</a:t>
              </a:r>
            </a:p>
          </p:txBody>
        </p:sp>
        <p:sp>
          <p:nvSpPr>
            <p:cNvPr id="10" name="TextBox 9">
              <a:extLst>
                <a:ext uri="{FF2B5EF4-FFF2-40B4-BE49-F238E27FC236}">
                  <a16:creationId xmlns:a16="http://schemas.microsoft.com/office/drawing/2014/main" id="{FDD503B4-B16D-E749-C7DD-B48DC1356E65}"/>
                </a:ext>
              </a:extLst>
            </p:cNvPr>
            <p:cNvSpPr txBox="1"/>
            <p:nvPr/>
          </p:nvSpPr>
          <p:spPr>
            <a:xfrm>
              <a:off x="5140960" y="3164534"/>
              <a:ext cx="6466841" cy="892552"/>
            </a:xfrm>
            <a:prstGeom prst="rect">
              <a:avLst/>
            </a:prstGeom>
            <a:noFill/>
          </p:spPr>
          <p:txBody>
            <a:bodyPr wrap="square" lIns="0" tIns="0" rIns="0" bIns="0" anchor="t">
              <a:spAutoFit/>
            </a:bodyPr>
            <a:lstStyle/>
            <a:p>
              <a:pPr>
                <a:spcAft>
                  <a:spcPts val="600"/>
                </a:spcAft>
              </a:pPr>
              <a:r>
                <a:rPr lang="en-US" sz="1600" b="1" dirty="0"/>
                <a:t>The AI Foundation</a:t>
              </a:r>
            </a:p>
            <a:p>
              <a:pPr marL="285750" lvl="0" indent="-285750">
                <a:spcAft>
                  <a:spcPts val="600"/>
                </a:spcAft>
                <a:buFont typeface="Arial" panose="020B0604020202020204" pitchFamily="34" charset="0"/>
                <a:buChar char="•"/>
              </a:pPr>
              <a:r>
                <a:rPr lang="en-US" sz="1600" dirty="0"/>
                <a:t>MCP + Agent Skills: The guiding principle</a:t>
              </a:r>
            </a:p>
            <a:p>
              <a:pPr marL="285750" lvl="0" indent="-285750">
                <a:spcAft>
                  <a:spcPts val="600"/>
                </a:spcAft>
                <a:buFont typeface="Arial" panose="020B0604020202020204" pitchFamily="34" charset="0"/>
                <a:buChar char="•"/>
              </a:pPr>
              <a:r>
                <a:rPr lang="en-US" sz="1600" dirty="0"/>
                <a:t>IDE/CLI-agnostic AMD Vivado MCP Server (EA)</a:t>
              </a:r>
            </a:p>
          </p:txBody>
        </p:sp>
      </p:grpSp>
      <p:grpSp>
        <p:nvGrpSpPr>
          <p:cNvPr id="14" name="Group 13">
            <a:extLst>
              <a:ext uri="{FF2B5EF4-FFF2-40B4-BE49-F238E27FC236}">
                <a16:creationId xmlns:a16="http://schemas.microsoft.com/office/drawing/2014/main" id="{B593FFA9-557B-3F9E-F9D2-CE7A8D5F5419}"/>
              </a:ext>
            </a:extLst>
          </p:cNvPr>
          <p:cNvGrpSpPr/>
          <p:nvPr/>
        </p:nvGrpSpPr>
        <p:grpSpPr>
          <a:xfrm>
            <a:off x="4648200" y="2131029"/>
            <a:ext cx="6959601" cy="928830"/>
            <a:chOff x="4648200" y="2131029"/>
            <a:chExt cx="6959601" cy="928830"/>
          </a:xfrm>
        </p:grpSpPr>
        <p:sp>
          <p:nvSpPr>
            <p:cNvPr id="15" name="Rectangle: Diagonal Corners Snipped 14">
              <a:extLst>
                <a:ext uri="{FF2B5EF4-FFF2-40B4-BE49-F238E27FC236}">
                  <a16:creationId xmlns:a16="http://schemas.microsoft.com/office/drawing/2014/main" id="{1B7AA177-C712-5CE4-9B3E-711C775424EB}"/>
                </a:ext>
              </a:extLst>
            </p:cNvPr>
            <p:cNvSpPr/>
            <p:nvPr/>
          </p:nvSpPr>
          <p:spPr bwMode="auto">
            <a:xfrm>
              <a:off x="4648200" y="2131029"/>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1</a:t>
              </a:r>
            </a:p>
          </p:txBody>
        </p:sp>
        <p:sp>
          <p:nvSpPr>
            <p:cNvPr id="16" name="TextBox 15">
              <a:extLst>
                <a:ext uri="{FF2B5EF4-FFF2-40B4-BE49-F238E27FC236}">
                  <a16:creationId xmlns:a16="http://schemas.microsoft.com/office/drawing/2014/main" id="{DC98E403-C2A3-BA5A-5DF2-0C4E35AD6918}"/>
                </a:ext>
              </a:extLst>
            </p:cNvPr>
            <p:cNvSpPr txBox="1"/>
            <p:nvPr/>
          </p:nvSpPr>
          <p:spPr>
            <a:xfrm>
              <a:off x="5140960" y="2167307"/>
              <a:ext cx="6466841" cy="892552"/>
            </a:xfrm>
            <a:prstGeom prst="rect">
              <a:avLst/>
            </a:prstGeom>
            <a:noFill/>
          </p:spPr>
          <p:txBody>
            <a:bodyPr wrap="square" lIns="0" tIns="0" rIns="0" bIns="0" anchor="t">
              <a:spAutoFit/>
            </a:bodyPr>
            <a:lstStyle/>
            <a:p>
              <a:pPr>
                <a:spcAft>
                  <a:spcPts val="600"/>
                </a:spcAft>
              </a:pPr>
              <a:r>
                <a:rPr lang="en-US" sz="1600" b="1" dirty="0">
                  <a:latin typeface="+mj-lt"/>
                </a:rPr>
                <a:t>Agentic AI is Here</a:t>
              </a:r>
            </a:p>
            <a:p>
              <a:pPr marL="285750" lvl="0" indent="-285750">
                <a:spcAft>
                  <a:spcPts val="600"/>
                </a:spcAft>
                <a:buFont typeface="Arial" panose="020B0604020202020204" pitchFamily="34" charset="0"/>
                <a:buChar char="•"/>
              </a:pPr>
              <a:r>
                <a:rPr lang="en-US" sz="1600" dirty="0">
                  <a:latin typeface="+mj-lt"/>
                </a:rPr>
                <a:t>What Vivado™ AI Assistant is</a:t>
              </a:r>
            </a:p>
            <a:p>
              <a:pPr marL="285750" lvl="0" indent="-285750">
                <a:spcAft>
                  <a:spcPts val="600"/>
                </a:spcAft>
                <a:buFont typeface="Arial" panose="020B0604020202020204" pitchFamily="34" charset="0"/>
                <a:buChar char="•"/>
              </a:pPr>
              <a:r>
                <a:rPr lang="en-US" sz="1600" dirty="0">
                  <a:latin typeface="+mj-lt"/>
                </a:rPr>
                <a:t>Productivity multiplier</a:t>
              </a:r>
            </a:p>
          </p:txBody>
        </p:sp>
      </p:grpSp>
      <p:grpSp>
        <p:nvGrpSpPr>
          <p:cNvPr id="18" name="Group 17">
            <a:extLst>
              <a:ext uri="{FF2B5EF4-FFF2-40B4-BE49-F238E27FC236}">
                <a16:creationId xmlns:a16="http://schemas.microsoft.com/office/drawing/2014/main" id="{3D37A453-11B8-B4B7-3A53-0D038F651D21}"/>
              </a:ext>
            </a:extLst>
          </p:cNvPr>
          <p:cNvGrpSpPr/>
          <p:nvPr/>
        </p:nvGrpSpPr>
        <p:grpSpPr>
          <a:xfrm>
            <a:off x="4648200" y="4442167"/>
            <a:ext cx="6959601" cy="1009195"/>
            <a:chOff x="4648200" y="4045118"/>
            <a:chExt cx="6959601" cy="1009195"/>
          </a:xfrm>
        </p:grpSpPr>
        <p:cxnSp>
          <p:nvCxnSpPr>
            <p:cNvPr id="19" name="Straight Connector 18">
              <a:extLst>
                <a:ext uri="{FF2B5EF4-FFF2-40B4-BE49-F238E27FC236}">
                  <a16:creationId xmlns:a16="http://schemas.microsoft.com/office/drawing/2014/main" id="{63D90534-99B0-782A-0B3A-A3688604CFF2}"/>
                </a:ext>
              </a:extLst>
            </p:cNvPr>
            <p:cNvCxnSpPr>
              <a:cxnSpLocks/>
            </p:cNvCxnSpPr>
            <p:nvPr/>
          </p:nvCxnSpPr>
          <p:spPr>
            <a:xfrm>
              <a:off x="5140960" y="4045118"/>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Rectangle: Diagonal Corners Snipped 19">
              <a:extLst>
                <a:ext uri="{FF2B5EF4-FFF2-40B4-BE49-F238E27FC236}">
                  <a16:creationId xmlns:a16="http://schemas.microsoft.com/office/drawing/2014/main" id="{7F585AC9-076F-DA14-458D-C7D4B3D8473B}"/>
                </a:ext>
              </a:extLst>
            </p:cNvPr>
            <p:cNvSpPr/>
            <p:nvPr/>
          </p:nvSpPr>
          <p:spPr bwMode="auto">
            <a:xfrm>
              <a:off x="4648200" y="4125483"/>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3</a:t>
              </a:r>
            </a:p>
          </p:txBody>
        </p:sp>
        <p:sp>
          <p:nvSpPr>
            <p:cNvPr id="21" name="TextBox 20">
              <a:extLst>
                <a:ext uri="{FF2B5EF4-FFF2-40B4-BE49-F238E27FC236}">
                  <a16:creationId xmlns:a16="http://schemas.microsoft.com/office/drawing/2014/main" id="{DAFD34D0-8CA7-B99E-6CD0-D07B3682317B}"/>
                </a:ext>
              </a:extLst>
            </p:cNvPr>
            <p:cNvSpPr txBox="1"/>
            <p:nvPr/>
          </p:nvSpPr>
          <p:spPr>
            <a:xfrm>
              <a:off x="5140960" y="4161761"/>
              <a:ext cx="6466841" cy="892552"/>
            </a:xfrm>
            <a:prstGeom prst="rect">
              <a:avLst/>
            </a:prstGeom>
            <a:noFill/>
          </p:spPr>
          <p:txBody>
            <a:bodyPr wrap="square" lIns="0" tIns="0" rIns="0" bIns="0" anchor="t">
              <a:spAutoFit/>
            </a:bodyPr>
            <a:lstStyle/>
            <a:p>
              <a:pPr>
                <a:spcAft>
                  <a:spcPts val="600"/>
                </a:spcAft>
              </a:pPr>
              <a:r>
                <a:rPr lang="en-US" sz="1600" b="1" dirty="0">
                  <a:latin typeface="+mj-lt"/>
                </a:rPr>
                <a:t>Knowledge &amp; Intelligence</a:t>
              </a:r>
            </a:p>
            <a:p>
              <a:pPr marL="285750" lvl="0" indent="-285750">
                <a:spcAft>
                  <a:spcPts val="600"/>
                </a:spcAft>
                <a:buFont typeface="Arial" panose="020B0604020202020204" pitchFamily="34" charset="0"/>
                <a:buChar char="•"/>
              </a:pPr>
              <a:r>
                <a:rPr lang="en-US" sz="1600" dirty="0">
                  <a:latin typeface="+mj-lt"/>
                </a:rPr>
                <a:t>Vivado IDE docs search + knowledge base</a:t>
              </a:r>
            </a:p>
            <a:p>
              <a:pPr marL="285750" lvl="0" indent="-285750">
                <a:spcAft>
                  <a:spcPts val="600"/>
                </a:spcAft>
                <a:buFont typeface="Arial" panose="020B0604020202020204" pitchFamily="34" charset="0"/>
                <a:buChar char="•"/>
              </a:pPr>
              <a:r>
                <a:rPr lang="en-US" sz="1600" dirty="0">
                  <a:latin typeface="+mj-lt"/>
                </a:rPr>
                <a:t>Quality &amp; benchmarking (Trustworthiness of retrieval)</a:t>
              </a:r>
            </a:p>
          </p:txBody>
        </p:sp>
      </p:grpSp>
    </p:spTree>
    <p:extLst>
      <p:ext uri="{BB962C8B-B14F-4D97-AF65-F5344CB8AC3E}">
        <p14:creationId xmlns:p14="http://schemas.microsoft.com/office/powerpoint/2010/main" val="305834362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4B02154-FC33-9149-5754-DEA285B1082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0" name="think-cell data - do not delete" hidden="1">
                        <a:extLst>
                          <a:ext uri="{FF2B5EF4-FFF2-40B4-BE49-F238E27FC236}">
                            <a16:creationId xmlns:a16="http://schemas.microsoft.com/office/drawing/2014/main" id="{04B02154-FC33-9149-5754-DEA285B108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1BE5242F-94E7-6F4D-DFB6-87A83BD982AB}"/>
              </a:ext>
            </a:extLst>
          </p:cNvPr>
          <p:cNvSpPr>
            <a:spLocks noGrp="1"/>
          </p:cNvSpPr>
          <p:nvPr>
            <p:ph type="title"/>
          </p:nvPr>
        </p:nvSpPr>
        <p:spPr/>
        <p:txBody>
          <a:bodyPr vert="horz"/>
          <a:lstStyle/>
          <a:p>
            <a:r>
              <a:rPr lang="en-US" dirty="0">
                <a:latin typeface="Arial Bold" panose="020B0704020202020204" pitchFamily="34" charset="0"/>
              </a:rPr>
              <a:t>Guiding Principle: Follow Industry Standards</a:t>
            </a:r>
          </a:p>
        </p:txBody>
      </p:sp>
      <p:sp>
        <p:nvSpPr>
          <p:cNvPr id="21" name="Rectangle: Diagonal Corners Snipped 20">
            <a:extLst>
              <a:ext uri="{FF2B5EF4-FFF2-40B4-BE49-F238E27FC236}">
                <a16:creationId xmlns:a16="http://schemas.microsoft.com/office/drawing/2014/main" id="{62D31AE0-731C-6DAD-8F64-1D1DF4F3BD38}"/>
              </a:ext>
            </a:extLst>
          </p:cNvPr>
          <p:cNvSpPr/>
          <p:nvPr/>
        </p:nvSpPr>
        <p:spPr bwMode="auto">
          <a:xfrm>
            <a:off x="584201" y="1439650"/>
            <a:ext cx="5367337" cy="540000"/>
          </a:xfrm>
          <a:prstGeom prst="snip2DiagRect">
            <a:avLst>
              <a:gd name="adj1" fmla="val 0"/>
              <a:gd name="adj2" fmla="val 30106"/>
            </a:avLst>
          </a:prstGeom>
          <a:solidFill>
            <a:schemeClr val="bg1"/>
          </a:solidFill>
          <a:ln w="127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lgn="ctr"/>
            <a:r>
              <a:rPr lang="en-US" sz="1600" dirty="0">
                <a:solidFill>
                  <a:schemeClr val="tx1"/>
                </a:solidFill>
                <a:latin typeface="Arial" panose="020B0604020202020204" pitchFamily="34" charset="0"/>
              </a:rPr>
              <a:t>MCP gives the </a:t>
            </a:r>
            <a:r>
              <a:rPr lang="en-US" sz="1600" b="1" dirty="0">
                <a:solidFill>
                  <a:schemeClr val="accent6"/>
                </a:solidFill>
                <a:latin typeface="Arial Bold" panose="020B0704020202020204" pitchFamily="34" charset="0"/>
              </a:rPr>
              <a:t>information</a:t>
            </a:r>
            <a:endParaRPr lang="en-US" sz="1600" b="1" dirty="0">
              <a:solidFill>
                <a:schemeClr val="accent2"/>
              </a:solidFill>
              <a:latin typeface="Arial Bold" panose="020B0704020202020204" pitchFamily="34" charset="0"/>
            </a:endParaRPr>
          </a:p>
        </p:txBody>
      </p:sp>
      <p:sp>
        <p:nvSpPr>
          <p:cNvPr id="2" name="Rectangle: Diagonal Corners Snipped 1">
            <a:extLst>
              <a:ext uri="{FF2B5EF4-FFF2-40B4-BE49-F238E27FC236}">
                <a16:creationId xmlns:a16="http://schemas.microsoft.com/office/drawing/2014/main" id="{4621C712-E848-6A1F-D1D7-548BF6126EF4}"/>
              </a:ext>
            </a:extLst>
          </p:cNvPr>
          <p:cNvSpPr/>
          <p:nvPr/>
        </p:nvSpPr>
        <p:spPr bwMode="auto">
          <a:xfrm>
            <a:off x="6242051" y="1439650"/>
            <a:ext cx="5367337" cy="540000"/>
          </a:xfrm>
          <a:prstGeom prst="snip2DiagRect">
            <a:avLst>
              <a:gd name="adj1" fmla="val 0"/>
              <a:gd name="adj2" fmla="val 30106"/>
            </a:avLst>
          </a:prstGeom>
          <a:solidFill>
            <a:schemeClr val="bg1"/>
          </a:solidFill>
          <a:ln w="127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lgn="ctr"/>
            <a:r>
              <a:rPr lang="en-US" sz="1600" dirty="0">
                <a:solidFill>
                  <a:schemeClr val="tx1"/>
                </a:solidFill>
                <a:latin typeface="Arial" panose="020B0604020202020204" pitchFamily="34" charset="0"/>
              </a:rPr>
              <a:t>Agent Skills give the </a:t>
            </a:r>
            <a:r>
              <a:rPr lang="en-US" sz="1600" b="1" dirty="0">
                <a:solidFill>
                  <a:schemeClr val="accent1"/>
                </a:solidFill>
                <a:latin typeface="Arial Bold" panose="020B0704020202020204" pitchFamily="34" charset="0"/>
              </a:rPr>
              <a:t>power to act</a:t>
            </a:r>
          </a:p>
        </p:txBody>
      </p:sp>
      <p:cxnSp>
        <p:nvCxnSpPr>
          <p:cNvPr id="9" name="Straight Arrow Connector 8">
            <a:extLst>
              <a:ext uri="{FF2B5EF4-FFF2-40B4-BE49-F238E27FC236}">
                <a16:creationId xmlns:a16="http://schemas.microsoft.com/office/drawing/2014/main" id="{23348880-25CA-83A4-A44F-217AA3E3EFFF}"/>
              </a:ext>
            </a:extLst>
          </p:cNvPr>
          <p:cNvCxnSpPr>
            <a:stCxn id="21" idx="0"/>
            <a:endCxn id="2" idx="2"/>
          </p:cNvCxnSpPr>
          <p:nvPr/>
        </p:nvCxnSpPr>
        <p:spPr>
          <a:xfrm>
            <a:off x="5951538" y="1709650"/>
            <a:ext cx="290513" cy="0"/>
          </a:xfrm>
          <a:prstGeom prst="straightConnector1">
            <a:avLst/>
          </a:prstGeom>
          <a:ln>
            <a:solidFill>
              <a:schemeClr val="accent6"/>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Rectangle: Single Corner Snipped 12">
            <a:extLst>
              <a:ext uri="{FF2B5EF4-FFF2-40B4-BE49-F238E27FC236}">
                <a16:creationId xmlns:a16="http://schemas.microsoft.com/office/drawing/2014/main" id="{DEDC7BA9-7D93-16BD-D630-93910E41EC0E}"/>
              </a:ext>
            </a:extLst>
          </p:cNvPr>
          <p:cNvSpPr/>
          <p:nvPr/>
        </p:nvSpPr>
        <p:spPr bwMode="auto">
          <a:xfrm>
            <a:off x="2279904" y="2141923"/>
            <a:ext cx="3671633" cy="540000"/>
          </a:xfrm>
          <a:prstGeom prst="snip1Rect">
            <a:avLst>
              <a:gd name="adj" fmla="val 0"/>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24000" tIns="146304" rIns="182880" bIns="144000" numCol="1" spcCol="0" rtlCol="0" fromWordArt="0" anchor="ctr" anchorCtr="0" forceAA="0" compatLnSpc="1">
            <a:prstTxWarp prst="textNoShape">
              <a:avLst/>
            </a:prstTxWarp>
            <a:noAutofit/>
          </a:bodyPr>
          <a:lstStyle/>
          <a:p>
            <a:r>
              <a:rPr lang="en-US" sz="1600" dirty="0">
                <a:solidFill>
                  <a:schemeClr val="tx1"/>
                </a:solidFill>
                <a:latin typeface="Arial" panose="020B0604020202020204" pitchFamily="34" charset="0"/>
              </a:rPr>
              <a:t>The Information Layer</a:t>
            </a:r>
          </a:p>
        </p:txBody>
      </p:sp>
      <p:sp>
        <p:nvSpPr>
          <p:cNvPr id="11" name="Rectangle: Single Corner Snipped 10">
            <a:extLst>
              <a:ext uri="{FF2B5EF4-FFF2-40B4-BE49-F238E27FC236}">
                <a16:creationId xmlns:a16="http://schemas.microsoft.com/office/drawing/2014/main" id="{5966E5DD-C2BB-68B3-EA87-5D0557AAFE33}"/>
              </a:ext>
            </a:extLst>
          </p:cNvPr>
          <p:cNvSpPr/>
          <p:nvPr/>
        </p:nvSpPr>
        <p:spPr bwMode="auto">
          <a:xfrm>
            <a:off x="584201" y="2141923"/>
            <a:ext cx="1885949" cy="540000"/>
          </a:xfrm>
          <a:prstGeom prst="snip1Rect">
            <a:avLst>
              <a:gd name="adj" fmla="val 36775"/>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216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solidFill>
                  <a:schemeClr val="tx1"/>
                </a:solidFill>
                <a:latin typeface="Arial" panose="020B0604020202020204" pitchFamily="34" charset="0"/>
                <a:ea typeface="Segoe UI" pitchFamily="34" charset="0"/>
                <a:cs typeface="Segoe UI" pitchFamily="34" charset="0"/>
              </a:rPr>
              <a:t>MCP</a:t>
            </a:r>
          </a:p>
        </p:txBody>
      </p:sp>
      <p:sp>
        <p:nvSpPr>
          <p:cNvPr id="15" name="Rectangle: Single Corner Snipped 14">
            <a:extLst>
              <a:ext uri="{FF2B5EF4-FFF2-40B4-BE49-F238E27FC236}">
                <a16:creationId xmlns:a16="http://schemas.microsoft.com/office/drawing/2014/main" id="{04624691-8DC8-AEDC-B003-FB1FA3533256}"/>
              </a:ext>
            </a:extLst>
          </p:cNvPr>
          <p:cNvSpPr/>
          <p:nvPr/>
        </p:nvSpPr>
        <p:spPr bwMode="auto">
          <a:xfrm>
            <a:off x="7937755" y="2141923"/>
            <a:ext cx="3671633" cy="540000"/>
          </a:xfrm>
          <a:prstGeom prst="snip1Rect">
            <a:avLst>
              <a:gd name="adj" fmla="val 0"/>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24000" tIns="146304" rIns="182880" bIns="144000" numCol="1" spcCol="0" rtlCol="0" fromWordArt="0" anchor="ctr" anchorCtr="0" forceAA="0" compatLnSpc="1">
            <a:prstTxWarp prst="textNoShape">
              <a:avLst/>
            </a:prstTxWarp>
            <a:noAutofit/>
          </a:bodyPr>
          <a:lstStyle/>
          <a:p>
            <a:r>
              <a:rPr lang="en-US" sz="1600" dirty="0">
                <a:solidFill>
                  <a:schemeClr val="tx1"/>
                </a:solidFill>
                <a:latin typeface="Arial" panose="020B0604020202020204" pitchFamily="34" charset="0"/>
              </a:rPr>
              <a:t>The Action Layer</a:t>
            </a:r>
          </a:p>
        </p:txBody>
      </p:sp>
      <p:sp>
        <p:nvSpPr>
          <p:cNvPr id="16" name="Rectangle: Single Corner Snipped 15">
            <a:extLst>
              <a:ext uri="{FF2B5EF4-FFF2-40B4-BE49-F238E27FC236}">
                <a16:creationId xmlns:a16="http://schemas.microsoft.com/office/drawing/2014/main" id="{3F9CDA89-B1F7-F145-963F-3B225E5BFCEF}"/>
              </a:ext>
            </a:extLst>
          </p:cNvPr>
          <p:cNvSpPr/>
          <p:nvPr/>
        </p:nvSpPr>
        <p:spPr bwMode="auto">
          <a:xfrm>
            <a:off x="6242052" y="2141923"/>
            <a:ext cx="1885949" cy="540000"/>
          </a:xfrm>
          <a:prstGeom prst="snip1Rect">
            <a:avLst>
              <a:gd name="adj" fmla="val 36775"/>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2160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dirty="0">
                <a:solidFill>
                  <a:schemeClr val="bg1"/>
                </a:solidFill>
                <a:latin typeface="Arial" panose="020B0604020202020204" pitchFamily="34" charset="0"/>
                <a:ea typeface="Segoe UI" pitchFamily="34" charset="0"/>
                <a:cs typeface="Segoe UI" pitchFamily="34" charset="0"/>
              </a:rPr>
              <a:t>Agent Skills </a:t>
            </a:r>
          </a:p>
        </p:txBody>
      </p:sp>
      <p:sp>
        <p:nvSpPr>
          <p:cNvPr id="18" name="TextBox 17">
            <a:extLst>
              <a:ext uri="{FF2B5EF4-FFF2-40B4-BE49-F238E27FC236}">
                <a16:creationId xmlns:a16="http://schemas.microsoft.com/office/drawing/2014/main" id="{E284BADB-E2B4-1106-189E-98AE0B3D1368}"/>
              </a:ext>
            </a:extLst>
          </p:cNvPr>
          <p:cNvSpPr txBox="1"/>
          <p:nvPr/>
        </p:nvSpPr>
        <p:spPr>
          <a:xfrm>
            <a:off x="6242050" y="3461255"/>
            <a:ext cx="5563869" cy="1261884"/>
          </a:xfrm>
          <a:prstGeom prst="rect">
            <a:avLst/>
          </a:prstGeom>
          <a:noFill/>
        </p:spPr>
        <p:txBody>
          <a:bodyPr wrap="square" lIns="0" tIns="0" rIns="0" bIns="0">
            <a:spAutoFit/>
          </a:bodyPr>
          <a:lstStyle/>
          <a:p>
            <a:pPr algn="l">
              <a:spcAft>
                <a:spcPts val="600"/>
              </a:spcAft>
            </a:pPr>
            <a:r>
              <a:rPr lang="en-US" sz="1400" b="1" dirty="0">
                <a:solidFill>
                  <a:schemeClr val="accent6">
                    <a:lumMod val="50000"/>
                  </a:schemeClr>
                </a:solidFill>
                <a:latin typeface="Arial Bold" panose="020B0704020202020204" pitchFamily="34" charset="0"/>
              </a:rPr>
              <a:t>What it provides:</a:t>
            </a:r>
          </a:p>
          <a:p>
            <a:pPr marL="171450" indent="-171450" algn="l">
              <a:spcAft>
                <a:spcPts val="600"/>
              </a:spcAft>
              <a:buFont typeface="Arial" panose="020B0604020202020204" pitchFamily="34" charset="0"/>
              <a:buChar char="•"/>
            </a:pPr>
            <a:r>
              <a:rPr lang="en-US" sz="1200" b="1" dirty="0">
                <a:latin typeface="Arial Bold" panose="020B0704020202020204" pitchFamily="34" charset="0"/>
              </a:rPr>
              <a:t>Autonomous Workflows</a:t>
            </a:r>
            <a:r>
              <a:rPr lang="en-US" sz="1200" dirty="0">
                <a:latin typeface="Arial" panose="020B0604020202020204" pitchFamily="34" charset="0"/>
              </a:rPr>
              <a:t>—Multi-step Vivado flows run end-to-end</a:t>
            </a:r>
          </a:p>
          <a:p>
            <a:pPr marL="171450" indent="-171450" algn="l">
              <a:spcAft>
                <a:spcPts val="600"/>
              </a:spcAft>
              <a:buFont typeface="Arial" panose="020B0604020202020204" pitchFamily="34" charset="0"/>
              <a:buChar char="•"/>
            </a:pPr>
            <a:r>
              <a:rPr lang="en-US" sz="1200" b="1" dirty="0">
                <a:latin typeface="Arial Bold" panose="020B0704020202020204" pitchFamily="34" charset="0"/>
              </a:rPr>
              <a:t>Domain Expertise</a:t>
            </a:r>
            <a:r>
              <a:rPr lang="en-US" sz="1200" dirty="0">
                <a:latin typeface="Arial" panose="020B0604020202020204" pitchFamily="34" charset="0"/>
              </a:rPr>
              <a:t>—CDC review, congestion analysis, timing closure</a:t>
            </a:r>
          </a:p>
          <a:p>
            <a:pPr marL="171450" indent="-171450" algn="l">
              <a:spcAft>
                <a:spcPts val="600"/>
              </a:spcAft>
              <a:buFont typeface="Arial" panose="020B0604020202020204" pitchFamily="34" charset="0"/>
              <a:buChar char="•"/>
            </a:pPr>
            <a:r>
              <a:rPr lang="en-US" sz="1200" b="1" dirty="0">
                <a:latin typeface="Arial Bold" panose="020B0704020202020204" pitchFamily="34" charset="0"/>
              </a:rPr>
              <a:t>Structured Execution</a:t>
            </a:r>
            <a:r>
              <a:rPr lang="en-US" sz="1200" dirty="0">
                <a:latin typeface="Arial" panose="020B0604020202020204" pitchFamily="34" charset="0"/>
              </a:rPr>
              <a:t>—Real TCL commands, decision trees, no hallucination</a:t>
            </a:r>
          </a:p>
          <a:p>
            <a:pPr marL="171450" indent="-171450" algn="l">
              <a:spcAft>
                <a:spcPts val="600"/>
              </a:spcAft>
              <a:buFont typeface="Arial" panose="020B0604020202020204" pitchFamily="34" charset="0"/>
              <a:buChar char="•"/>
            </a:pPr>
            <a:r>
              <a:rPr lang="en-US" sz="1200" b="1" dirty="0">
                <a:latin typeface="Arial Bold" panose="020B0704020202020204" pitchFamily="34" charset="0"/>
              </a:rPr>
              <a:t>Actionable Reports</a:t>
            </a:r>
            <a:r>
              <a:rPr lang="en-US" sz="1200" dirty="0">
                <a:latin typeface="Arial" panose="020B0604020202020204" pitchFamily="34" charset="0"/>
              </a:rPr>
              <a:t>—REPORT.md with real cell names &amp; fix commands</a:t>
            </a:r>
          </a:p>
        </p:txBody>
      </p:sp>
      <p:sp>
        <p:nvSpPr>
          <p:cNvPr id="19" name="Rectangle 18">
            <a:extLst>
              <a:ext uri="{FF2B5EF4-FFF2-40B4-BE49-F238E27FC236}">
                <a16:creationId xmlns:a16="http://schemas.microsoft.com/office/drawing/2014/main" id="{33BE6FFD-2511-31C0-B186-ABB7E0C16407}"/>
              </a:ext>
            </a:extLst>
          </p:cNvPr>
          <p:cNvSpPr/>
          <p:nvPr/>
        </p:nvSpPr>
        <p:spPr bwMode="auto">
          <a:xfrm>
            <a:off x="584201" y="2783589"/>
            <a:ext cx="5367337" cy="57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sz="1600" b="1" dirty="0">
                <a:solidFill>
                  <a:schemeClr val="tx1"/>
                </a:solidFill>
                <a:latin typeface="Arial Bold" panose="020B0704020202020204" pitchFamily="34" charset="0"/>
              </a:rPr>
              <a:t>Model Context Protocol</a:t>
            </a:r>
          </a:p>
          <a:p>
            <a:pPr algn="ctr"/>
            <a:r>
              <a:rPr lang="en-US" sz="1200" dirty="0">
                <a:solidFill>
                  <a:schemeClr val="tx1"/>
                </a:solidFill>
                <a:latin typeface="Arial" panose="020B0604020202020204" pitchFamily="34" charset="0"/>
              </a:rPr>
              <a:t>Open standard by Anthropic—adopted across the industry</a:t>
            </a:r>
          </a:p>
        </p:txBody>
      </p:sp>
      <p:sp>
        <p:nvSpPr>
          <p:cNvPr id="20" name="Rectangle 19">
            <a:extLst>
              <a:ext uri="{FF2B5EF4-FFF2-40B4-BE49-F238E27FC236}">
                <a16:creationId xmlns:a16="http://schemas.microsoft.com/office/drawing/2014/main" id="{BA9C9072-6692-D1B3-17B0-1C4CB9C80E9F}"/>
              </a:ext>
            </a:extLst>
          </p:cNvPr>
          <p:cNvSpPr/>
          <p:nvPr/>
        </p:nvSpPr>
        <p:spPr bwMode="auto">
          <a:xfrm>
            <a:off x="6239446" y="2783589"/>
            <a:ext cx="5367337" cy="57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sz="1600" b="1" dirty="0">
                <a:solidFill>
                  <a:schemeClr val="tx1"/>
                </a:solidFill>
                <a:latin typeface="Arial Bold" panose="020B0704020202020204" pitchFamily="34" charset="0"/>
              </a:rPr>
              <a:t>Anthropic Open Standard</a:t>
            </a:r>
          </a:p>
          <a:p>
            <a:pPr algn="ctr"/>
            <a:r>
              <a:rPr lang="en-US" sz="1200" dirty="0">
                <a:solidFill>
                  <a:schemeClr val="tx1"/>
                </a:solidFill>
                <a:latin typeface="Arial" panose="020B0604020202020204" pitchFamily="34" charset="0"/>
              </a:rPr>
              <a:t>Markdown files encoding domain expertise as executable workflows</a:t>
            </a:r>
          </a:p>
        </p:txBody>
      </p:sp>
      <p:sp>
        <p:nvSpPr>
          <p:cNvPr id="22" name="TextBox 21">
            <a:extLst>
              <a:ext uri="{FF2B5EF4-FFF2-40B4-BE49-F238E27FC236}">
                <a16:creationId xmlns:a16="http://schemas.microsoft.com/office/drawing/2014/main" id="{954F67D0-7D51-ECB8-1892-07D411DC3152}"/>
              </a:ext>
            </a:extLst>
          </p:cNvPr>
          <p:cNvSpPr txBox="1"/>
          <p:nvPr/>
        </p:nvSpPr>
        <p:spPr>
          <a:xfrm>
            <a:off x="584200" y="3461255"/>
            <a:ext cx="5367337" cy="1446550"/>
          </a:xfrm>
          <a:prstGeom prst="rect">
            <a:avLst/>
          </a:prstGeom>
          <a:noFill/>
        </p:spPr>
        <p:txBody>
          <a:bodyPr wrap="square" lIns="0" tIns="0" rIns="0" bIns="0">
            <a:spAutoFit/>
          </a:bodyPr>
          <a:lstStyle/>
          <a:p>
            <a:pPr>
              <a:spcAft>
                <a:spcPts val="600"/>
              </a:spcAft>
            </a:pPr>
            <a:r>
              <a:rPr lang="en-US" sz="1400" b="1" dirty="0">
                <a:solidFill>
                  <a:srgbClr val="007A8C"/>
                </a:solidFill>
                <a:latin typeface="Arial Bold" panose="020B0704020202020204" pitchFamily="34" charset="0"/>
              </a:rPr>
              <a:t>What it provides:</a:t>
            </a:r>
          </a:p>
          <a:p>
            <a:pPr marL="171450" indent="-171450">
              <a:spcAft>
                <a:spcPts val="600"/>
              </a:spcAft>
              <a:buFont typeface="Arial" panose="020B0604020202020204" pitchFamily="34" charset="0"/>
              <a:buChar char="•"/>
            </a:pPr>
            <a:r>
              <a:rPr lang="en-US" sz="1200" b="1" dirty="0">
                <a:latin typeface="Arial Bold" panose="020B0704020202020204" pitchFamily="34" charset="0"/>
              </a:rPr>
              <a:t>Tool Discovery</a:t>
            </a:r>
            <a:r>
              <a:rPr lang="en-US" sz="1200" dirty="0">
                <a:latin typeface="Arial" panose="020B0604020202020204" pitchFamily="34" charset="0"/>
              </a:rPr>
              <a:t>—LLM discovers available AMD Vivado™ tools at runtime</a:t>
            </a:r>
          </a:p>
          <a:p>
            <a:pPr marL="171450" indent="-171450">
              <a:spcAft>
                <a:spcPts val="600"/>
              </a:spcAft>
              <a:buFont typeface="Arial" panose="020B0604020202020204" pitchFamily="34" charset="0"/>
              <a:buChar char="•"/>
            </a:pPr>
            <a:r>
              <a:rPr lang="en-US" sz="1200" b="1" dirty="0">
                <a:latin typeface="Arial Bold" panose="020B0704020202020204" pitchFamily="34" charset="0"/>
              </a:rPr>
              <a:t>Knowledge Access</a:t>
            </a:r>
            <a:r>
              <a:rPr lang="en-US" sz="1200" dirty="0">
                <a:latin typeface="Arial" panose="020B0604020202020204" pitchFamily="34" charset="0"/>
              </a:rPr>
              <a:t>—</a:t>
            </a:r>
            <a:r>
              <a:rPr lang="en-US" sz="1200" dirty="0"/>
              <a:t>Retrieval-augmented generation (</a:t>
            </a:r>
            <a:r>
              <a:rPr lang="en-US" sz="1200" dirty="0">
                <a:latin typeface="Arial" panose="020B0604020202020204" pitchFamily="34" charset="0"/>
              </a:rPr>
              <a:t>RAG)-powered search across 15+ user guides</a:t>
            </a:r>
          </a:p>
          <a:p>
            <a:pPr marL="171450" indent="-171450">
              <a:spcAft>
                <a:spcPts val="600"/>
              </a:spcAft>
              <a:buFont typeface="Arial" panose="020B0604020202020204" pitchFamily="34" charset="0"/>
              <a:buChar char="•"/>
            </a:pPr>
            <a:r>
              <a:rPr lang="en-US" sz="1200" b="1" dirty="0">
                <a:latin typeface="Arial Bold" panose="020B0704020202020204" pitchFamily="34" charset="0"/>
              </a:rPr>
              <a:t>Session Control</a:t>
            </a:r>
            <a:r>
              <a:rPr lang="en-US" sz="1200" dirty="0">
                <a:latin typeface="Arial" panose="020B0604020202020204" pitchFamily="34" charset="0"/>
              </a:rPr>
              <a:t>—Start, stop, monitor AMD Vivado™ IDE sessions</a:t>
            </a:r>
          </a:p>
          <a:p>
            <a:pPr marL="171450" indent="-171450">
              <a:spcAft>
                <a:spcPts val="600"/>
              </a:spcAft>
              <a:buFont typeface="Arial" panose="020B0604020202020204" pitchFamily="34" charset="0"/>
              <a:buChar char="•"/>
            </a:pPr>
            <a:r>
              <a:rPr lang="en-US" sz="1200" b="1" dirty="0">
                <a:latin typeface="Arial Bold" panose="020B0704020202020204" pitchFamily="34" charset="0"/>
              </a:rPr>
              <a:t>Execution Bridge</a:t>
            </a:r>
            <a:r>
              <a:rPr lang="en-US" sz="1200" dirty="0">
                <a:latin typeface="Arial" panose="020B0604020202020204" pitchFamily="34" charset="0"/>
              </a:rPr>
              <a:t> — Run any </a:t>
            </a:r>
            <a:r>
              <a:rPr lang="en-US" sz="1200" dirty="0" err="1">
                <a:latin typeface="Arial" panose="020B0604020202020204" pitchFamily="34" charset="0"/>
              </a:rPr>
              <a:t>Tcl</a:t>
            </a:r>
            <a:r>
              <a:rPr lang="en-US" sz="1200" dirty="0">
                <a:latin typeface="Arial" panose="020B0604020202020204" pitchFamily="34" charset="0"/>
              </a:rPr>
              <a:t> command via standardized API</a:t>
            </a:r>
          </a:p>
        </p:txBody>
      </p:sp>
      <p:sp>
        <p:nvSpPr>
          <p:cNvPr id="23" name="TextBox 22">
            <a:extLst>
              <a:ext uri="{FF2B5EF4-FFF2-40B4-BE49-F238E27FC236}">
                <a16:creationId xmlns:a16="http://schemas.microsoft.com/office/drawing/2014/main" id="{044B023C-46CA-EC5F-0EDC-F688163E7E9D}"/>
              </a:ext>
            </a:extLst>
          </p:cNvPr>
          <p:cNvSpPr txBox="1"/>
          <p:nvPr/>
        </p:nvSpPr>
        <p:spPr>
          <a:xfrm>
            <a:off x="584200" y="4957569"/>
            <a:ext cx="5367337" cy="897682"/>
          </a:xfrm>
          <a:prstGeom prst="rect">
            <a:avLst/>
          </a:prstGeom>
          <a:noFill/>
        </p:spPr>
        <p:txBody>
          <a:bodyPr wrap="square" lIns="0" tIns="0" rIns="0" bIns="0">
            <a:spAutoFit/>
          </a:bodyPr>
          <a:lstStyle/>
          <a:p>
            <a:pPr>
              <a:spcBef>
                <a:spcPts val="1000"/>
              </a:spcBef>
            </a:pPr>
            <a:r>
              <a:rPr lang="en-US" sz="1400" b="1" dirty="0">
                <a:solidFill>
                  <a:schemeClr val="accent6">
                    <a:lumMod val="50000"/>
                  </a:schemeClr>
                </a:solidFill>
                <a:latin typeface="Arial Bold" panose="020B0704020202020204" pitchFamily="34" charset="0"/>
              </a:rPr>
              <a:t>Why it matters:</a:t>
            </a:r>
          </a:p>
          <a:p>
            <a:pPr marL="171450" indent="-171450">
              <a:spcBef>
                <a:spcPts val="500"/>
              </a:spcBef>
              <a:buFont typeface="Arial" panose="020B0604020202020204" pitchFamily="34" charset="0"/>
              <a:buChar char="•"/>
            </a:pPr>
            <a:r>
              <a:rPr lang="en-US" sz="1200" b="1" dirty="0">
                <a:latin typeface="Arial Bold" panose="020B0704020202020204" pitchFamily="34" charset="0"/>
              </a:rPr>
              <a:t>IDE-agnostic</a:t>
            </a:r>
            <a:r>
              <a:rPr lang="en-US" sz="1200" dirty="0">
                <a:latin typeface="Arial" panose="020B0604020202020204" pitchFamily="34" charset="0"/>
              </a:rPr>
              <a:t>—Visual Studio® Code, Cursor, Claude Code, Windsurf, any MCP client</a:t>
            </a:r>
          </a:p>
          <a:p>
            <a:pPr marL="171450" indent="-171450">
              <a:spcBef>
                <a:spcPts val="500"/>
              </a:spcBef>
              <a:buFont typeface="Arial" panose="020B0604020202020204" pitchFamily="34" charset="0"/>
              <a:buChar char="•"/>
            </a:pPr>
            <a:r>
              <a:rPr lang="en-US" sz="1200" b="1" dirty="0">
                <a:latin typeface="Arial Bold" panose="020B0704020202020204" pitchFamily="34" charset="0"/>
              </a:rPr>
              <a:t>LLM-agnostic</a:t>
            </a:r>
            <a:r>
              <a:rPr lang="en-US" sz="1200" dirty="0">
                <a:latin typeface="Arial" panose="020B0604020202020204" pitchFamily="34" charset="0"/>
              </a:rPr>
              <a:t>—Claude, GPT, Gemini, Qwen, Llama—any model</a:t>
            </a:r>
          </a:p>
        </p:txBody>
      </p:sp>
      <p:sp>
        <p:nvSpPr>
          <p:cNvPr id="24" name="TextBox 23">
            <a:extLst>
              <a:ext uri="{FF2B5EF4-FFF2-40B4-BE49-F238E27FC236}">
                <a16:creationId xmlns:a16="http://schemas.microsoft.com/office/drawing/2014/main" id="{532757D8-6BAB-3873-304E-FF244A1FB09E}"/>
              </a:ext>
            </a:extLst>
          </p:cNvPr>
          <p:cNvSpPr txBox="1"/>
          <p:nvPr/>
        </p:nvSpPr>
        <p:spPr>
          <a:xfrm>
            <a:off x="6242051" y="4957569"/>
            <a:ext cx="5364732" cy="738664"/>
          </a:xfrm>
          <a:prstGeom prst="rect">
            <a:avLst/>
          </a:prstGeom>
          <a:noFill/>
        </p:spPr>
        <p:txBody>
          <a:bodyPr wrap="square" lIns="0" tIns="0" rIns="0" bIns="0">
            <a:spAutoFit/>
          </a:bodyPr>
          <a:lstStyle/>
          <a:p>
            <a:pPr>
              <a:spcAft>
                <a:spcPts val="600"/>
              </a:spcAft>
            </a:pPr>
            <a:r>
              <a:rPr lang="en-US" sz="1400" b="1" dirty="0">
                <a:solidFill>
                  <a:schemeClr val="accent6">
                    <a:lumMod val="50000"/>
                  </a:schemeClr>
                </a:solidFill>
                <a:latin typeface="Arial Bold" panose="020B0704020202020204" pitchFamily="34" charset="0"/>
              </a:rPr>
              <a:t>Why it matters:</a:t>
            </a:r>
          </a:p>
          <a:p>
            <a:pPr marL="171450" indent="-171450">
              <a:spcAft>
                <a:spcPts val="600"/>
              </a:spcAft>
              <a:buFont typeface="Arial" panose="020B0604020202020204" pitchFamily="34" charset="0"/>
              <a:buChar char="•"/>
            </a:pPr>
            <a:r>
              <a:rPr lang="en-US" sz="1200" b="1" dirty="0">
                <a:latin typeface="Arial Bold" panose="020B0704020202020204" pitchFamily="34" charset="0"/>
              </a:rPr>
              <a:t>Repeatable</a:t>
            </a:r>
            <a:r>
              <a:rPr lang="en-US" sz="1200" dirty="0">
                <a:latin typeface="Arial" panose="020B0604020202020204" pitchFamily="34" charset="0"/>
              </a:rPr>
              <a:t>—Same skill, same results—eliminates tribal knowledge</a:t>
            </a:r>
          </a:p>
          <a:p>
            <a:pPr marL="171450" indent="-171450">
              <a:spcAft>
                <a:spcPts val="600"/>
              </a:spcAft>
              <a:buFont typeface="Arial" panose="020B0604020202020204" pitchFamily="34" charset="0"/>
              <a:buChar char="•"/>
            </a:pPr>
            <a:r>
              <a:rPr lang="en-US" sz="1200" b="1" dirty="0">
                <a:latin typeface="Arial Bold" panose="020B0704020202020204" pitchFamily="34" charset="0"/>
              </a:rPr>
              <a:t>Shareable</a:t>
            </a:r>
            <a:r>
              <a:rPr lang="en-US" sz="1200" dirty="0">
                <a:latin typeface="Arial" panose="020B0604020202020204" pitchFamily="34" charset="0"/>
              </a:rPr>
              <a:t>—Version-controlled, portable across teams &amp; organizations</a:t>
            </a:r>
          </a:p>
        </p:txBody>
      </p:sp>
      <p:sp>
        <p:nvSpPr>
          <p:cNvPr id="25" name="Rectangle: Single Corner Snipped 24">
            <a:extLst>
              <a:ext uri="{FF2B5EF4-FFF2-40B4-BE49-F238E27FC236}">
                <a16:creationId xmlns:a16="http://schemas.microsoft.com/office/drawing/2014/main" id="{1B257999-C5D9-42E1-D4CE-7F63F4F34B10}"/>
              </a:ext>
            </a:extLst>
          </p:cNvPr>
          <p:cNvSpPr/>
          <p:nvPr/>
        </p:nvSpPr>
        <p:spPr bwMode="auto">
          <a:xfrm>
            <a:off x="584201" y="5909038"/>
            <a:ext cx="1366519" cy="360000"/>
          </a:xfrm>
          <a:prstGeom prst="snip1Rect">
            <a:avLst>
              <a:gd name="adj" fmla="val 36775"/>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21600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200" dirty="0">
                <a:solidFill>
                  <a:schemeClr val="bg1"/>
                </a:solidFill>
                <a:latin typeface="Arial" panose="020B0604020202020204" pitchFamily="34" charset="0"/>
                <a:ea typeface="Segoe UI" pitchFamily="34" charset="0"/>
                <a:cs typeface="Segoe UI" pitchFamily="34" charset="0"/>
              </a:rPr>
              <a:t>Works with : </a:t>
            </a:r>
          </a:p>
        </p:txBody>
      </p:sp>
      <p:sp>
        <p:nvSpPr>
          <p:cNvPr id="27" name="Rectangle 26">
            <a:extLst>
              <a:ext uri="{FF2B5EF4-FFF2-40B4-BE49-F238E27FC236}">
                <a16:creationId xmlns:a16="http://schemas.microsoft.com/office/drawing/2014/main" id="{F71DD7C8-1F7B-5BEC-BD78-B1E53C7418C7}"/>
              </a:ext>
            </a:extLst>
          </p:cNvPr>
          <p:cNvSpPr/>
          <p:nvPr/>
        </p:nvSpPr>
        <p:spPr bwMode="auto">
          <a:xfrm>
            <a:off x="2018502" y="5906210"/>
            <a:ext cx="1440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VS Code</a:t>
            </a:r>
          </a:p>
        </p:txBody>
      </p:sp>
      <p:sp>
        <p:nvSpPr>
          <p:cNvPr id="28" name="Rectangle 27">
            <a:extLst>
              <a:ext uri="{FF2B5EF4-FFF2-40B4-BE49-F238E27FC236}">
                <a16:creationId xmlns:a16="http://schemas.microsoft.com/office/drawing/2014/main" id="{9F89B3EB-0A5B-2F48-11CE-810E16A48270}"/>
              </a:ext>
            </a:extLst>
          </p:cNvPr>
          <p:cNvSpPr/>
          <p:nvPr/>
        </p:nvSpPr>
        <p:spPr bwMode="auto">
          <a:xfrm>
            <a:off x="3526284" y="5906210"/>
            <a:ext cx="1440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Cursor</a:t>
            </a:r>
          </a:p>
        </p:txBody>
      </p:sp>
      <p:sp>
        <p:nvSpPr>
          <p:cNvPr id="29" name="Rectangle 28">
            <a:extLst>
              <a:ext uri="{FF2B5EF4-FFF2-40B4-BE49-F238E27FC236}">
                <a16:creationId xmlns:a16="http://schemas.microsoft.com/office/drawing/2014/main" id="{4E4AD7FB-D35D-7686-CF1B-443136CBA3AF}"/>
              </a:ext>
            </a:extLst>
          </p:cNvPr>
          <p:cNvSpPr/>
          <p:nvPr/>
        </p:nvSpPr>
        <p:spPr bwMode="auto">
          <a:xfrm>
            <a:off x="5034066" y="5906210"/>
            <a:ext cx="1440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Claude Code </a:t>
            </a:r>
          </a:p>
        </p:txBody>
      </p:sp>
      <p:sp>
        <p:nvSpPr>
          <p:cNvPr id="30" name="Rectangle 29">
            <a:extLst>
              <a:ext uri="{FF2B5EF4-FFF2-40B4-BE49-F238E27FC236}">
                <a16:creationId xmlns:a16="http://schemas.microsoft.com/office/drawing/2014/main" id="{8CD581A1-ABD5-4611-C71B-347DF92A638A}"/>
              </a:ext>
            </a:extLst>
          </p:cNvPr>
          <p:cNvSpPr/>
          <p:nvPr/>
        </p:nvSpPr>
        <p:spPr bwMode="auto">
          <a:xfrm>
            <a:off x="6541848" y="5906210"/>
            <a:ext cx="1440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Windsurf </a:t>
            </a:r>
          </a:p>
        </p:txBody>
      </p:sp>
      <p:sp>
        <p:nvSpPr>
          <p:cNvPr id="31" name="Rectangle 30">
            <a:extLst>
              <a:ext uri="{FF2B5EF4-FFF2-40B4-BE49-F238E27FC236}">
                <a16:creationId xmlns:a16="http://schemas.microsoft.com/office/drawing/2014/main" id="{62B03739-AD94-CAD2-B8E0-30E034FA3270}"/>
              </a:ext>
            </a:extLst>
          </p:cNvPr>
          <p:cNvSpPr/>
          <p:nvPr/>
        </p:nvSpPr>
        <p:spPr bwMode="auto">
          <a:xfrm>
            <a:off x="8049630" y="5906210"/>
            <a:ext cx="1440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OpenCode CLI  </a:t>
            </a:r>
          </a:p>
        </p:txBody>
      </p:sp>
      <p:sp>
        <p:nvSpPr>
          <p:cNvPr id="32" name="Rectangle 31">
            <a:extLst>
              <a:ext uri="{FF2B5EF4-FFF2-40B4-BE49-F238E27FC236}">
                <a16:creationId xmlns:a16="http://schemas.microsoft.com/office/drawing/2014/main" id="{7BBF3084-DCB6-B970-9BAC-2BE438CB8CE3}"/>
              </a:ext>
            </a:extLst>
          </p:cNvPr>
          <p:cNvSpPr/>
          <p:nvPr/>
        </p:nvSpPr>
        <p:spPr bwMode="auto">
          <a:xfrm>
            <a:off x="9557415" y="5906210"/>
            <a:ext cx="2052000"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Any MCP-compatible client</a:t>
            </a:r>
          </a:p>
        </p:txBody>
      </p:sp>
      <p:sp>
        <p:nvSpPr>
          <p:cNvPr id="33" name="Rectangle 32">
            <a:extLst>
              <a:ext uri="{FF2B5EF4-FFF2-40B4-BE49-F238E27FC236}">
                <a16:creationId xmlns:a16="http://schemas.microsoft.com/office/drawing/2014/main" id="{06AA0D8F-3EC0-CA09-078E-9C9A08AB166C}"/>
              </a:ext>
            </a:extLst>
          </p:cNvPr>
          <p:cNvSpPr/>
          <p:nvPr/>
        </p:nvSpPr>
        <p:spPr bwMode="auto">
          <a:xfrm>
            <a:off x="2018502"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210EDDF8-1055-6D85-A257-50503A63070B}"/>
              </a:ext>
            </a:extLst>
          </p:cNvPr>
          <p:cNvSpPr/>
          <p:nvPr/>
        </p:nvSpPr>
        <p:spPr bwMode="auto">
          <a:xfrm>
            <a:off x="3526284"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F2B3DD22-7E91-3438-8DEE-A4782868C427}"/>
              </a:ext>
            </a:extLst>
          </p:cNvPr>
          <p:cNvSpPr/>
          <p:nvPr/>
        </p:nvSpPr>
        <p:spPr bwMode="auto">
          <a:xfrm>
            <a:off x="5034066"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28BD8094-0B7E-2D6E-0960-43293EBEAC3C}"/>
              </a:ext>
            </a:extLst>
          </p:cNvPr>
          <p:cNvSpPr/>
          <p:nvPr/>
        </p:nvSpPr>
        <p:spPr bwMode="auto">
          <a:xfrm>
            <a:off x="6541848"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7" name="Rectangle 36">
            <a:extLst>
              <a:ext uri="{FF2B5EF4-FFF2-40B4-BE49-F238E27FC236}">
                <a16:creationId xmlns:a16="http://schemas.microsoft.com/office/drawing/2014/main" id="{D9D66E7A-8C2D-A2D0-5B3B-A819B651BF71}"/>
              </a:ext>
            </a:extLst>
          </p:cNvPr>
          <p:cNvSpPr/>
          <p:nvPr/>
        </p:nvSpPr>
        <p:spPr bwMode="auto">
          <a:xfrm>
            <a:off x="8049630"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
        <p:nvSpPr>
          <p:cNvPr id="38" name="Rectangle 37">
            <a:extLst>
              <a:ext uri="{FF2B5EF4-FFF2-40B4-BE49-F238E27FC236}">
                <a16:creationId xmlns:a16="http://schemas.microsoft.com/office/drawing/2014/main" id="{D229E74C-C351-9712-4DF2-2849F0F24DED}"/>
              </a:ext>
            </a:extLst>
          </p:cNvPr>
          <p:cNvSpPr/>
          <p:nvPr/>
        </p:nvSpPr>
        <p:spPr bwMode="auto">
          <a:xfrm>
            <a:off x="9557415" y="5906210"/>
            <a:ext cx="4571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843439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394F-A3ED-69ED-21B3-992C011C2FBE}"/>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F5F130CE-B8E4-87B7-3E76-79779BE08FE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6" name="think-cell data - do not delete" hidden="1">
                        <a:extLst>
                          <a:ext uri="{FF2B5EF4-FFF2-40B4-BE49-F238E27FC236}">
                            <a16:creationId xmlns:a16="http://schemas.microsoft.com/office/drawing/2014/main" id="{F5F130CE-B8E4-87B7-3E76-79779BE08FE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Diagonal Corners Snipped 5">
            <a:extLst>
              <a:ext uri="{FF2B5EF4-FFF2-40B4-BE49-F238E27FC236}">
                <a16:creationId xmlns:a16="http://schemas.microsoft.com/office/drawing/2014/main" id="{001B1807-BAE4-DBF4-93F4-B978C18CE246}"/>
              </a:ext>
            </a:extLst>
          </p:cNvPr>
          <p:cNvSpPr/>
          <p:nvPr/>
        </p:nvSpPr>
        <p:spPr bwMode="auto">
          <a:xfrm>
            <a:off x="584200" y="4833211"/>
            <a:ext cx="5378845" cy="1440000"/>
          </a:xfrm>
          <a:prstGeom prst="snip2DiagRect">
            <a:avLst>
              <a:gd name="adj1" fmla="val 0"/>
              <a:gd name="adj2" fmla="val 6160"/>
            </a:avLst>
          </a:prstGeom>
          <a:solidFill>
            <a:schemeClr val="bg1"/>
          </a:solidFill>
          <a:ln w="1270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lgn="ctr">
              <a:spcAft>
                <a:spcPts val="600"/>
              </a:spcAft>
            </a:pPr>
            <a:endParaRPr lang="en-US" sz="1000" dirty="0">
              <a:solidFill>
                <a:srgbClr val="595959"/>
              </a:solidFill>
            </a:endParaRPr>
          </a:p>
        </p:txBody>
      </p:sp>
      <p:sp>
        <p:nvSpPr>
          <p:cNvPr id="2" name="Title 1">
            <a:extLst>
              <a:ext uri="{FF2B5EF4-FFF2-40B4-BE49-F238E27FC236}">
                <a16:creationId xmlns:a16="http://schemas.microsoft.com/office/drawing/2014/main" id="{E310B3FA-5931-F71F-ADA5-781A3339EC71}"/>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Framework Enabling Agentic AI Design Flow</a:t>
            </a:r>
          </a:p>
        </p:txBody>
      </p:sp>
      <p:sp>
        <p:nvSpPr>
          <p:cNvPr id="14" name="Rectangle: Diagonal Corners Snipped 13">
            <a:extLst>
              <a:ext uri="{FF2B5EF4-FFF2-40B4-BE49-F238E27FC236}">
                <a16:creationId xmlns:a16="http://schemas.microsoft.com/office/drawing/2014/main" id="{D804869A-5E33-7CC5-3211-A4289B99C925}"/>
              </a:ext>
            </a:extLst>
          </p:cNvPr>
          <p:cNvSpPr/>
          <p:nvPr/>
        </p:nvSpPr>
        <p:spPr bwMode="auto">
          <a:xfrm>
            <a:off x="584201" y="1439648"/>
            <a:ext cx="11025187" cy="1260000"/>
          </a:xfrm>
          <a:prstGeom prst="snip2DiagRect">
            <a:avLst>
              <a:gd name="adj1" fmla="val 0"/>
              <a:gd name="adj2" fmla="val 5491"/>
            </a:avLst>
          </a:prstGeom>
          <a:solidFill>
            <a:schemeClr val="bg1"/>
          </a:solidFill>
          <a:ln w="127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spcBef>
                <a:spcPts val="600"/>
              </a:spcBef>
            </a:pPr>
            <a:endParaRPr lang="en-US" sz="1200" dirty="0">
              <a:solidFill>
                <a:srgbClr val="404040"/>
              </a:solidFill>
            </a:endParaRPr>
          </a:p>
        </p:txBody>
      </p:sp>
      <p:sp>
        <p:nvSpPr>
          <p:cNvPr id="49" name="Rectangle: Diagonal Corners Snipped 48">
            <a:extLst>
              <a:ext uri="{FF2B5EF4-FFF2-40B4-BE49-F238E27FC236}">
                <a16:creationId xmlns:a16="http://schemas.microsoft.com/office/drawing/2014/main" id="{7C7318BF-A28D-3E87-E4A4-30E29FC8F93C}"/>
              </a:ext>
            </a:extLst>
          </p:cNvPr>
          <p:cNvSpPr/>
          <p:nvPr/>
        </p:nvSpPr>
        <p:spPr bwMode="auto">
          <a:xfrm>
            <a:off x="584201" y="2902430"/>
            <a:ext cx="11025187" cy="1728000"/>
          </a:xfrm>
          <a:prstGeom prst="snip2DiagRect">
            <a:avLst>
              <a:gd name="adj1" fmla="val 0"/>
              <a:gd name="adj2" fmla="val 3828"/>
            </a:avLst>
          </a:prstGeom>
          <a:solidFill>
            <a:schemeClr val="bg1"/>
          </a:solidFill>
          <a:ln w="1270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spcBef>
                <a:spcPts val="600"/>
              </a:spcBef>
            </a:pPr>
            <a:endParaRPr lang="en-US" sz="1200" dirty="0">
              <a:solidFill>
                <a:srgbClr val="404040"/>
              </a:solidFill>
            </a:endParaRPr>
          </a:p>
        </p:txBody>
      </p:sp>
      <p:sp>
        <p:nvSpPr>
          <p:cNvPr id="94" name="Rectangle: Diagonal Corners Snipped 93">
            <a:extLst>
              <a:ext uri="{FF2B5EF4-FFF2-40B4-BE49-F238E27FC236}">
                <a16:creationId xmlns:a16="http://schemas.microsoft.com/office/drawing/2014/main" id="{BF047DAA-ED49-0215-D9CF-ADF718E247E3}"/>
              </a:ext>
            </a:extLst>
          </p:cNvPr>
          <p:cNvSpPr/>
          <p:nvPr/>
        </p:nvSpPr>
        <p:spPr bwMode="auto">
          <a:xfrm>
            <a:off x="6230543" y="4833211"/>
            <a:ext cx="5378845" cy="1440000"/>
          </a:xfrm>
          <a:prstGeom prst="snip2DiagRect">
            <a:avLst>
              <a:gd name="adj1" fmla="val 0"/>
              <a:gd name="adj2" fmla="val 6160"/>
            </a:avLst>
          </a:prstGeom>
          <a:solidFill>
            <a:schemeClr val="bg1"/>
          </a:solidFill>
          <a:ln w="1270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46304" numCol="1" spcCol="0" rtlCol="0" fromWordArt="0" anchor="ctr" anchorCtr="0" forceAA="0" compatLnSpc="1">
            <a:prstTxWarp prst="textNoShape">
              <a:avLst/>
            </a:prstTxWarp>
            <a:noAutofit/>
          </a:bodyPr>
          <a:lstStyle/>
          <a:p>
            <a:pPr algn="ctr">
              <a:spcAft>
                <a:spcPts val="600"/>
              </a:spcAft>
            </a:pPr>
            <a:endParaRPr lang="en-US" sz="1000" dirty="0">
              <a:solidFill>
                <a:srgbClr val="595959"/>
              </a:solidFill>
            </a:endParaRPr>
          </a:p>
        </p:txBody>
      </p:sp>
      <p:sp>
        <p:nvSpPr>
          <p:cNvPr id="115" name="Rectangle: Single Corner Snipped 114">
            <a:extLst>
              <a:ext uri="{FF2B5EF4-FFF2-40B4-BE49-F238E27FC236}">
                <a16:creationId xmlns:a16="http://schemas.microsoft.com/office/drawing/2014/main" id="{EDBF1C7E-521B-2EB8-53F6-93F264A84FF5}"/>
              </a:ext>
            </a:extLst>
          </p:cNvPr>
          <p:cNvSpPr/>
          <p:nvPr/>
        </p:nvSpPr>
        <p:spPr bwMode="auto">
          <a:xfrm>
            <a:off x="3887244" y="4934635"/>
            <a:ext cx="1960743" cy="396000"/>
          </a:xfrm>
          <a:prstGeom prst="snip1Rect">
            <a:avLst>
              <a:gd name="adj" fmla="val 17288"/>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0" rIns="180000" bIns="36000" numCol="1" spcCol="0" rtlCol="0" fromWordArt="0" anchor="ctr" anchorCtr="0" forceAA="0" compatLnSpc="1">
            <a:prstTxWarp prst="textNoShape">
              <a:avLst/>
            </a:prstTxWarp>
            <a:noAutofit/>
          </a:bodyPr>
          <a:lstStyle/>
          <a:p>
            <a:r>
              <a:rPr lang="en-US" sz="1200" dirty="0">
                <a:solidFill>
                  <a:schemeClr val="tx1"/>
                </a:solidFill>
                <a:latin typeface="Arial" panose="020B0604020202020204" pitchFamily="34" charset="0"/>
              </a:rPr>
              <a:t>Local or Remote</a:t>
            </a:r>
          </a:p>
        </p:txBody>
      </p:sp>
      <p:sp>
        <p:nvSpPr>
          <p:cNvPr id="116" name="Rectangle: Single Corner Snipped 115">
            <a:extLst>
              <a:ext uri="{FF2B5EF4-FFF2-40B4-BE49-F238E27FC236}">
                <a16:creationId xmlns:a16="http://schemas.microsoft.com/office/drawing/2014/main" id="{099A858B-CE7E-011C-C6EB-2FB2AEEFF8FC}"/>
              </a:ext>
            </a:extLst>
          </p:cNvPr>
          <p:cNvSpPr/>
          <p:nvPr/>
        </p:nvSpPr>
        <p:spPr bwMode="auto">
          <a:xfrm>
            <a:off x="699255" y="4934635"/>
            <a:ext cx="3187990" cy="396000"/>
          </a:xfrm>
          <a:prstGeom prst="snip1Rect">
            <a:avLst>
              <a:gd name="adj" fmla="val 0"/>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52000" rIns="108000" bIns="21600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400" b="1" dirty="0">
                <a:solidFill>
                  <a:schemeClr val="tx1"/>
                </a:solidFill>
                <a:latin typeface="Arial" panose="020B0604020202020204" pitchFamily="34" charset="0"/>
                <a:ea typeface="Segoe UI" pitchFamily="34" charset="0"/>
                <a:cs typeface="Segoe UI" pitchFamily="34" charset="0"/>
              </a:rPr>
              <a:t>Vivado Tool Knowledge Base </a:t>
            </a:r>
          </a:p>
        </p:txBody>
      </p:sp>
      <p:sp>
        <p:nvSpPr>
          <p:cNvPr id="101" name="TextBox 100">
            <a:extLst>
              <a:ext uri="{FF2B5EF4-FFF2-40B4-BE49-F238E27FC236}">
                <a16:creationId xmlns:a16="http://schemas.microsoft.com/office/drawing/2014/main" id="{1EFCE129-1CE9-E669-9106-9F21CA5571B1}"/>
              </a:ext>
            </a:extLst>
          </p:cNvPr>
          <p:cNvSpPr txBox="1"/>
          <p:nvPr/>
        </p:nvSpPr>
        <p:spPr>
          <a:xfrm>
            <a:off x="752306" y="5402499"/>
            <a:ext cx="5122711" cy="792525"/>
          </a:xfrm>
          <a:prstGeom prst="rect">
            <a:avLst/>
          </a:prstGeom>
          <a:noFill/>
        </p:spPr>
        <p:txBody>
          <a:bodyPr wrap="square" lIns="0" tIns="0" rIns="0" bIns="0">
            <a:spAutoFit/>
          </a:bodyPr>
          <a:lstStyle/>
          <a:p>
            <a:pPr marL="171450" indent="-171450">
              <a:spcBef>
                <a:spcPts val="300"/>
              </a:spcBef>
              <a:buFont typeface="Arial" panose="020B0604020202020204" pitchFamily="34" charset="0"/>
              <a:buChar char="•"/>
            </a:pPr>
            <a:r>
              <a:rPr lang="en-US" sz="1100" dirty="0">
                <a:latin typeface="Arial" panose="020B0604020202020204" pitchFamily="34" charset="0"/>
              </a:rPr>
              <a:t>Multi-GB vectorized database with semantic search</a:t>
            </a:r>
          </a:p>
          <a:p>
            <a:pPr marL="171450" indent="-171450">
              <a:spcBef>
                <a:spcPts val="300"/>
              </a:spcBef>
              <a:buFont typeface="Arial" panose="020B0604020202020204" pitchFamily="34" charset="0"/>
              <a:buChar char="•"/>
            </a:pPr>
            <a:r>
              <a:rPr lang="en-US" sz="1100" dirty="0">
                <a:latin typeface="Arial" panose="020B0604020202020204" pitchFamily="34" charset="0"/>
              </a:rPr>
              <a:t>Tools including Vivado, Vitis, PDM, ChipScope, Model Composer</a:t>
            </a:r>
          </a:p>
          <a:p>
            <a:pPr marL="171450" indent="-171450">
              <a:spcBef>
                <a:spcPts val="300"/>
              </a:spcBef>
              <a:buFont typeface="Arial" panose="020B0604020202020204" pitchFamily="34" charset="0"/>
              <a:buChar char="•"/>
            </a:pPr>
            <a:r>
              <a:rPr lang="en-US" sz="1100" dirty="0">
                <a:latin typeface="Arial" panose="020B0604020202020204" pitchFamily="34" charset="0"/>
              </a:rPr>
              <a:t>Datasheets, white papers, answer records</a:t>
            </a:r>
          </a:p>
          <a:p>
            <a:pPr marL="171450" indent="-171450">
              <a:spcBef>
                <a:spcPts val="300"/>
              </a:spcBef>
              <a:buFont typeface="Arial" panose="020B0604020202020204" pitchFamily="34" charset="0"/>
              <a:buChar char="•"/>
            </a:pPr>
            <a:r>
              <a:rPr lang="en-US" sz="1100" dirty="0">
                <a:latin typeface="Arial" panose="020B0604020202020204" pitchFamily="34" charset="0"/>
              </a:rPr>
              <a:t>Tutorials, wiki, labs, and examples</a:t>
            </a:r>
          </a:p>
        </p:txBody>
      </p:sp>
      <p:sp>
        <p:nvSpPr>
          <p:cNvPr id="121" name="Rectangle: Single Corner Snipped 120">
            <a:extLst>
              <a:ext uri="{FF2B5EF4-FFF2-40B4-BE49-F238E27FC236}">
                <a16:creationId xmlns:a16="http://schemas.microsoft.com/office/drawing/2014/main" id="{BBC69636-4E97-F4E0-26C0-92EFAAAAD3F5}"/>
              </a:ext>
            </a:extLst>
          </p:cNvPr>
          <p:cNvSpPr/>
          <p:nvPr/>
        </p:nvSpPr>
        <p:spPr bwMode="auto">
          <a:xfrm>
            <a:off x="9035977" y="4934635"/>
            <a:ext cx="2458354" cy="396000"/>
          </a:xfrm>
          <a:prstGeom prst="snip1Rect">
            <a:avLst>
              <a:gd name="adj" fmla="val 19212"/>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0" rIns="180000" bIns="36000" numCol="1" spcCol="0" rtlCol="0" fromWordArt="0" anchor="ctr" anchorCtr="0" forceAA="0" compatLnSpc="1">
            <a:prstTxWarp prst="textNoShape">
              <a:avLst/>
            </a:prstTxWarp>
            <a:noAutofit/>
          </a:bodyPr>
          <a:lstStyle/>
          <a:p>
            <a:r>
              <a:rPr lang="en-US" sz="1200" dirty="0">
                <a:solidFill>
                  <a:schemeClr val="tx1"/>
                </a:solidFill>
                <a:latin typeface="Arial" panose="020B0604020202020204" pitchFamily="34" charset="0"/>
              </a:rPr>
              <a:t>Local Installation</a:t>
            </a:r>
          </a:p>
        </p:txBody>
      </p:sp>
      <p:sp>
        <p:nvSpPr>
          <p:cNvPr id="122" name="Rectangle: Single Corner Snipped 121">
            <a:extLst>
              <a:ext uri="{FF2B5EF4-FFF2-40B4-BE49-F238E27FC236}">
                <a16:creationId xmlns:a16="http://schemas.microsoft.com/office/drawing/2014/main" id="{E58F1029-DE85-7CE7-D3A5-70954F232B4A}"/>
              </a:ext>
            </a:extLst>
          </p:cNvPr>
          <p:cNvSpPr/>
          <p:nvPr/>
        </p:nvSpPr>
        <p:spPr bwMode="auto">
          <a:xfrm>
            <a:off x="6345599" y="4934635"/>
            <a:ext cx="2690378" cy="396000"/>
          </a:xfrm>
          <a:prstGeom prst="snip1Rect">
            <a:avLst>
              <a:gd name="adj" fmla="val 0"/>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52000" rIns="108000" bIns="216000" numCol="1" spcCol="0" rtlCol="0" fromWordArt="0" anchor="ctr" anchorCtr="0" forceAA="0" compatLnSpc="1">
            <a:prstTxWarp prst="textNoShape">
              <a:avLst/>
            </a:prstTxWarp>
            <a:noAutofit/>
          </a:bodyPr>
          <a:lstStyle/>
          <a:p>
            <a:pPr defTabSz="932472" fontAlgn="base">
              <a:spcBef>
                <a:spcPct val="0"/>
              </a:spcBef>
              <a:spcAft>
                <a:spcPct val="0"/>
              </a:spcAft>
            </a:pPr>
            <a:r>
              <a:rPr lang="en-US" sz="1400" b="1" dirty="0">
                <a:solidFill>
                  <a:schemeClr val="tx1"/>
                </a:solidFill>
                <a:latin typeface="Arial Bold" panose="020B0704020202020204" pitchFamily="34" charset="0"/>
              </a:rPr>
              <a:t>Vivado Software</a:t>
            </a:r>
            <a:endParaRPr lang="en-US" sz="1400" b="1" dirty="0">
              <a:solidFill>
                <a:schemeClr val="tx1"/>
              </a:solidFill>
              <a:latin typeface="Arial Bold" panose="020B0704020202020204" pitchFamily="34" charset="0"/>
              <a:ea typeface="Segoe UI" pitchFamily="34" charset="0"/>
              <a:cs typeface="Segoe UI" pitchFamily="34" charset="0"/>
            </a:endParaRPr>
          </a:p>
        </p:txBody>
      </p:sp>
      <p:sp>
        <p:nvSpPr>
          <p:cNvPr id="120" name="TextBox 119">
            <a:extLst>
              <a:ext uri="{FF2B5EF4-FFF2-40B4-BE49-F238E27FC236}">
                <a16:creationId xmlns:a16="http://schemas.microsoft.com/office/drawing/2014/main" id="{EBDF8A39-5A0B-5461-D626-FAAA0E2BD33D}"/>
              </a:ext>
            </a:extLst>
          </p:cNvPr>
          <p:cNvSpPr txBox="1"/>
          <p:nvPr/>
        </p:nvSpPr>
        <p:spPr>
          <a:xfrm>
            <a:off x="6371620" y="5402499"/>
            <a:ext cx="5122711" cy="792525"/>
          </a:xfrm>
          <a:prstGeom prst="rect">
            <a:avLst/>
          </a:prstGeom>
          <a:noFill/>
        </p:spPr>
        <p:txBody>
          <a:bodyPr wrap="square" lIns="0" tIns="0" rIns="0" bIns="0">
            <a:spAutoFit/>
          </a:bodyPr>
          <a:lstStyle/>
          <a:p>
            <a:pPr marL="171450" indent="-171450">
              <a:spcBef>
                <a:spcPts val="300"/>
              </a:spcBef>
              <a:buFont typeface="Arial" panose="020B0604020202020204" pitchFamily="34" charset="0"/>
              <a:buChar char="•"/>
            </a:pPr>
            <a:r>
              <a:rPr lang="en-US" sz="1100" dirty="0">
                <a:latin typeface="Arial" panose="020B0604020202020204" pitchFamily="34" charset="0"/>
              </a:rPr>
              <a:t>Supports any previous version of Vivado Design Suite</a:t>
            </a:r>
          </a:p>
          <a:p>
            <a:pPr marL="171450" indent="-171450">
              <a:spcBef>
                <a:spcPts val="300"/>
              </a:spcBef>
              <a:buFont typeface="Arial" panose="020B0604020202020204" pitchFamily="34" charset="0"/>
              <a:buChar char="•"/>
            </a:pPr>
            <a:r>
              <a:rPr lang="en-US" sz="1100" dirty="0">
                <a:latin typeface="Arial" panose="020B0604020202020204" pitchFamily="34" charset="0"/>
              </a:rPr>
              <a:t>Full Tcl and GUI access</a:t>
            </a:r>
          </a:p>
          <a:p>
            <a:pPr marL="171450" indent="-171450">
              <a:spcBef>
                <a:spcPts val="300"/>
              </a:spcBef>
              <a:buFont typeface="Arial" panose="020B0604020202020204" pitchFamily="34" charset="0"/>
              <a:buChar char="•"/>
            </a:pPr>
            <a:r>
              <a:rPr lang="en-US" sz="1100" dirty="0">
                <a:latin typeface="Arial" panose="020B0604020202020204" pitchFamily="34" charset="0"/>
              </a:rPr>
              <a:t>Project &amp; non-project mode</a:t>
            </a:r>
          </a:p>
          <a:p>
            <a:pPr marL="171450" indent="-171450">
              <a:spcBef>
                <a:spcPts val="300"/>
              </a:spcBef>
              <a:buFont typeface="Arial" panose="020B0604020202020204" pitchFamily="34" charset="0"/>
              <a:buChar char="•"/>
            </a:pPr>
            <a:r>
              <a:rPr lang="en-US" sz="1100" dirty="0">
                <a:latin typeface="Arial" panose="020B0604020202020204" pitchFamily="34" charset="0"/>
              </a:rPr>
              <a:t>Synthesis, implementation, bitstream</a:t>
            </a:r>
          </a:p>
        </p:txBody>
      </p:sp>
      <p:sp>
        <p:nvSpPr>
          <p:cNvPr id="26" name="TextBox 25"/>
          <p:cNvSpPr txBox="1"/>
          <p:nvPr/>
        </p:nvSpPr>
        <p:spPr>
          <a:xfrm>
            <a:off x="6291284" y="2720248"/>
            <a:ext cx="831959" cy="161583"/>
          </a:xfrm>
          <a:prstGeom prst="rect">
            <a:avLst/>
          </a:prstGeom>
          <a:noFill/>
        </p:spPr>
        <p:txBody>
          <a:bodyPr wrap="none" lIns="0" tIns="0" rIns="0" bIns="0">
            <a:spAutoFit/>
          </a:bodyPr>
          <a:lstStyle/>
          <a:p>
            <a:r>
              <a:rPr sz="1050" dirty="0">
                <a:latin typeface="Arial" panose="020B0604020202020204" pitchFamily="34" charset="0"/>
              </a:rPr>
              <a:t>MCP Protocol</a:t>
            </a:r>
          </a:p>
        </p:txBody>
      </p:sp>
      <p:sp>
        <p:nvSpPr>
          <p:cNvPr id="19" name="Rectangle: Single Corner Snipped 18">
            <a:extLst>
              <a:ext uri="{FF2B5EF4-FFF2-40B4-BE49-F238E27FC236}">
                <a16:creationId xmlns:a16="http://schemas.microsoft.com/office/drawing/2014/main" id="{AA5F76F8-98FF-E9E8-23A4-D6A9F87130BF}"/>
              </a:ext>
            </a:extLst>
          </p:cNvPr>
          <p:cNvSpPr/>
          <p:nvPr/>
        </p:nvSpPr>
        <p:spPr bwMode="auto">
          <a:xfrm>
            <a:off x="3359605" y="1533664"/>
            <a:ext cx="8134727" cy="396000"/>
          </a:xfrm>
          <a:prstGeom prst="snip1Rect">
            <a:avLst>
              <a:gd name="adj" fmla="val 19369"/>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0" rIns="180000" bIns="36000" numCol="1" spcCol="0" rtlCol="0" fromWordArt="0" anchor="ctr" anchorCtr="0" forceAA="0" compatLnSpc="1">
            <a:prstTxWarp prst="textNoShape">
              <a:avLst/>
            </a:prstTxWarp>
            <a:noAutofit/>
          </a:bodyPr>
          <a:lstStyle/>
          <a:p>
            <a:r>
              <a:rPr lang="en-US" sz="1200" dirty="0">
                <a:solidFill>
                  <a:schemeClr val="tx1"/>
                </a:solidFill>
                <a:latin typeface="Arial" panose="020B0604020202020204" pitchFamily="34" charset="0"/>
              </a:rPr>
              <a:t>LLM-Driven IDEs &amp; CLIs</a:t>
            </a:r>
          </a:p>
        </p:txBody>
      </p:sp>
      <p:sp>
        <p:nvSpPr>
          <p:cNvPr id="20" name="Rectangle: Single Corner Snipped 19">
            <a:extLst>
              <a:ext uri="{FF2B5EF4-FFF2-40B4-BE49-F238E27FC236}">
                <a16:creationId xmlns:a16="http://schemas.microsoft.com/office/drawing/2014/main" id="{976E5B62-CA50-DBA1-8694-A47687434265}"/>
              </a:ext>
            </a:extLst>
          </p:cNvPr>
          <p:cNvSpPr/>
          <p:nvPr/>
        </p:nvSpPr>
        <p:spPr bwMode="auto">
          <a:xfrm>
            <a:off x="699258" y="1533664"/>
            <a:ext cx="2660348" cy="396000"/>
          </a:xfrm>
          <a:prstGeom prst="snip1Rect">
            <a:avLst>
              <a:gd name="adj" fmla="val 0"/>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52000" rIns="182880" bIns="21600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400" b="1" dirty="0">
                <a:solidFill>
                  <a:schemeClr val="tx1"/>
                </a:solidFill>
                <a:latin typeface="Arial" panose="020B0604020202020204" pitchFamily="34" charset="0"/>
                <a:ea typeface="Segoe UI" pitchFamily="34" charset="0"/>
                <a:cs typeface="Segoe UI" pitchFamily="34" charset="0"/>
              </a:rPr>
              <a:t>MCP Clients </a:t>
            </a:r>
          </a:p>
        </p:txBody>
      </p:sp>
      <p:sp>
        <p:nvSpPr>
          <p:cNvPr id="22" name="TextBox 21">
            <a:extLst>
              <a:ext uri="{FF2B5EF4-FFF2-40B4-BE49-F238E27FC236}">
                <a16:creationId xmlns:a16="http://schemas.microsoft.com/office/drawing/2014/main" id="{80147927-681E-9862-D5D5-C3153EA984A9}"/>
              </a:ext>
            </a:extLst>
          </p:cNvPr>
          <p:cNvSpPr txBox="1"/>
          <p:nvPr/>
        </p:nvSpPr>
        <p:spPr>
          <a:xfrm>
            <a:off x="2988995" y="2436355"/>
            <a:ext cx="6215602" cy="169277"/>
          </a:xfrm>
          <a:prstGeom prst="rect">
            <a:avLst/>
          </a:prstGeom>
          <a:noFill/>
        </p:spPr>
        <p:txBody>
          <a:bodyPr wrap="square" lIns="0" tIns="0" rIns="0" bIns="0">
            <a:spAutoFit/>
          </a:bodyPr>
          <a:lstStyle/>
          <a:p>
            <a:pPr algn="ctr">
              <a:spcBef>
                <a:spcPts val="300"/>
              </a:spcBef>
            </a:pPr>
            <a:r>
              <a:rPr lang="en-US" sz="1100" dirty="0">
                <a:latin typeface="Arial" panose="020B0604020202020204" pitchFamily="34" charset="0"/>
              </a:rPr>
              <a:t>Agent Skills execute here—Autonomous FPGA workflows powered by domain expertise</a:t>
            </a:r>
          </a:p>
        </p:txBody>
      </p:sp>
      <p:sp>
        <p:nvSpPr>
          <p:cNvPr id="23" name="Rectangle 22">
            <a:extLst>
              <a:ext uri="{FF2B5EF4-FFF2-40B4-BE49-F238E27FC236}">
                <a16:creationId xmlns:a16="http://schemas.microsoft.com/office/drawing/2014/main" id="{FC76579D-44AA-7D22-CC30-016B66D17BF2}"/>
              </a:ext>
            </a:extLst>
          </p:cNvPr>
          <p:cNvSpPr/>
          <p:nvPr/>
        </p:nvSpPr>
        <p:spPr bwMode="auto">
          <a:xfrm>
            <a:off x="699259" y="2003010"/>
            <a:ext cx="1620795"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VS Code</a:t>
            </a:r>
          </a:p>
        </p:txBody>
      </p:sp>
      <p:sp>
        <p:nvSpPr>
          <p:cNvPr id="24" name="Rectangle 23">
            <a:extLst>
              <a:ext uri="{FF2B5EF4-FFF2-40B4-BE49-F238E27FC236}">
                <a16:creationId xmlns:a16="http://schemas.microsoft.com/office/drawing/2014/main" id="{933BF9C5-BE60-C2EB-D748-F8CCFF3B6516}"/>
              </a:ext>
            </a:extLst>
          </p:cNvPr>
          <p:cNvSpPr/>
          <p:nvPr/>
        </p:nvSpPr>
        <p:spPr bwMode="auto">
          <a:xfrm>
            <a:off x="2396346" y="2003010"/>
            <a:ext cx="1620795"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Cursor</a:t>
            </a:r>
          </a:p>
        </p:txBody>
      </p:sp>
      <p:sp>
        <p:nvSpPr>
          <p:cNvPr id="36" name="Rectangle 35">
            <a:extLst>
              <a:ext uri="{FF2B5EF4-FFF2-40B4-BE49-F238E27FC236}">
                <a16:creationId xmlns:a16="http://schemas.microsoft.com/office/drawing/2014/main" id="{FEEE89AA-D390-7380-D648-2169F27EC55A}"/>
              </a:ext>
            </a:extLst>
          </p:cNvPr>
          <p:cNvSpPr/>
          <p:nvPr/>
        </p:nvSpPr>
        <p:spPr bwMode="auto">
          <a:xfrm>
            <a:off x="4093433" y="2003010"/>
            <a:ext cx="1620795"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Claude Code </a:t>
            </a:r>
          </a:p>
        </p:txBody>
      </p:sp>
      <p:sp>
        <p:nvSpPr>
          <p:cNvPr id="37" name="Rectangle 36">
            <a:extLst>
              <a:ext uri="{FF2B5EF4-FFF2-40B4-BE49-F238E27FC236}">
                <a16:creationId xmlns:a16="http://schemas.microsoft.com/office/drawing/2014/main" id="{370DE150-A39F-52CB-5270-F83F03AC4F75}"/>
              </a:ext>
            </a:extLst>
          </p:cNvPr>
          <p:cNvSpPr/>
          <p:nvPr/>
        </p:nvSpPr>
        <p:spPr bwMode="auto">
          <a:xfrm>
            <a:off x="5790520" y="2003010"/>
            <a:ext cx="1620795"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Windsurf </a:t>
            </a:r>
          </a:p>
        </p:txBody>
      </p:sp>
      <p:sp>
        <p:nvSpPr>
          <p:cNvPr id="38" name="Rectangle 37">
            <a:extLst>
              <a:ext uri="{FF2B5EF4-FFF2-40B4-BE49-F238E27FC236}">
                <a16:creationId xmlns:a16="http://schemas.microsoft.com/office/drawing/2014/main" id="{0DDB6224-BF92-45EE-121D-47A5516F0569}"/>
              </a:ext>
            </a:extLst>
          </p:cNvPr>
          <p:cNvSpPr/>
          <p:nvPr/>
        </p:nvSpPr>
        <p:spPr bwMode="auto">
          <a:xfrm>
            <a:off x="7487608" y="2003010"/>
            <a:ext cx="1620795"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OpenCode CLI  </a:t>
            </a:r>
          </a:p>
        </p:txBody>
      </p:sp>
      <p:sp>
        <p:nvSpPr>
          <p:cNvPr id="39" name="Rectangle 38">
            <a:extLst>
              <a:ext uri="{FF2B5EF4-FFF2-40B4-BE49-F238E27FC236}">
                <a16:creationId xmlns:a16="http://schemas.microsoft.com/office/drawing/2014/main" id="{DAA97DB3-F8EE-7861-2BBF-2729DB4899B1}"/>
              </a:ext>
            </a:extLst>
          </p:cNvPr>
          <p:cNvSpPr/>
          <p:nvPr/>
        </p:nvSpPr>
        <p:spPr bwMode="auto">
          <a:xfrm>
            <a:off x="9184698" y="2003010"/>
            <a:ext cx="2309633" cy="360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r>
              <a:rPr lang="en-US" sz="1100" b="1" dirty="0">
                <a:solidFill>
                  <a:schemeClr val="tx1"/>
                </a:solidFill>
                <a:latin typeface="Arial Bold" panose="020B0704020202020204" pitchFamily="34" charset="0"/>
              </a:rPr>
              <a:t>Any MCP-compatible client</a:t>
            </a:r>
          </a:p>
        </p:txBody>
      </p:sp>
      <p:sp>
        <p:nvSpPr>
          <p:cNvPr id="40" name="Rectangle 39">
            <a:extLst>
              <a:ext uri="{FF2B5EF4-FFF2-40B4-BE49-F238E27FC236}">
                <a16:creationId xmlns:a16="http://schemas.microsoft.com/office/drawing/2014/main" id="{094FEAF4-7A12-EDA8-35AB-415D99B3DBFB}"/>
              </a:ext>
            </a:extLst>
          </p:cNvPr>
          <p:cNvSpPr/>
          <p:nvPr/>
        </p:nvSpPr>
        <p:spPr bwMode="auto">
          <a:xfrm>
            <a:off x="699259"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850D2FB-EA43-DC14-AF73-9B23A424D3E7}"/>
              </a:ext>
            </a:extLst>
          </p:cNvPr>
          <p:cNvSpPr/>
          <p:nvPr/>
        </p:nvSpPr>
        <p:spPr bwMode="auto">
          <a:xfrm>
            <a:off x="2396346"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37D63030-373C-52BB-E7FE-E71CAC5E25DA}"/>
              </a:ext>
            </a:extLst>
          </p:cNvPr>
          <p:cNvSpPr/>
          <p:nvPr/>
        </p:nvSpPr>
        <p:spPr bwMode="auto">
          <a:xfrm>
            <a:off x="4093433"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43" name="Rectangle 42">
            <a:extLst>
              <a:ext uri="{FF2B5EF4-FFF2-40B4-BE49-F238E27FC236}">
                <a16:creationId xmlns:a16="http://schemas.microsoft.com/office/drawing/2014/main" id="{E1F40BB1-B645-D157-BE7C-B13055395976}"/>
              </a:ext>
            </a:extLst>
          </p:cNvPr>
          <p:cNvSpPr/>
          <p:nvPr/>
        </p:nvSpPr>
        <p:spPr bwMode="auto">
          <a:xfrm>
            <a:off x="5790520"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44" name="Rectangle 43">
            <a:extLst>
              <a:ext uri="{FF2B5EF4-FFF2-40B4-BE49-F238E27FC236}">
                <a16:creationId xmlns:a16="http://schemas.microsoft.com/office/drawing/2014/main" id="{F7150E27-C6D8-4F51-88A6-DA024D196E78}"/>
              </a:ext>
            </a:extLst>
          </p:cNvPr>
          <p:cNvSpPr/>
          <p:nvPr/>
        </p:nvSpPr>
        <p:spPr bwMode="auto">
          <a:xfrm>
            <a:off x="7487608"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sp>
        <p:nvSpPr>
          <p:cNvPr id="45" name="Rectangle 44">
            <a:extLst>
              <a:ext uri="{FF2B5EF4-FFF2-40B4-BE49-F238E27FC236}">
                <a16:creationId xmlns:a16="http://schemas.microsoft.com/office/drawing/2014/main" id="{85006EC2-30B0-34A3-4E51-8A47A9AB635C}"/>
              </a:ext>
            </a:extLst>
          </p:cNvPr>
          <p:cNvSpPr/>
          <p:nvPr/>
        </p:nvSpPr>
        <p:spPr bwMode="auto">
          <a:xfrm>
            <a:off x="9184698" y="2003010"/>
            <a:ext cx="51459" cy="360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a:gradFill>
                <a:gsLst>
                  <a:gs pos="0">
                    <a:srgbClr val="FFFFFF"/>
                  </a:gs>
                  <a:gs pos="100000">
                    <a:srgbClr val="FFFFFF"/>
                  </a:gs>
                </a:gsLst>
                <a:lin ang="5400000" scaled="0"/>
              </a:gradFill>
              <a:ea typeface="Segoe UI" pitchFamily="34" charset="0"/>
              <a:cs typeface="Segoe UI" pitchFamily="34" charset="0"/>
            </a:endParaRPr>
          </a:p>
        </p:txBody>
      </p:sp>
      <p:cxnSp>
        <p:nvCxnSpPr>
          <p:cNvPr id="124" name="Connector 3">
            <a:extLst>
              <a:ext uri="{FF2B5EF4-FFF2-40B4-BE49-F238E27FC236}">
                <a16:creationId xmlns:a16="http://schemas.microsoft.com/office/drawing/2014/main" id="{C9A1AF34-2C3F-2997-172B-DC67F314789C}"/>
              </a:ext>
            </a:extLst>
          </p:cNvPr>
          <p:cNvCxnSpPr>
            <a:cxnSpLocks/>
            <a:stCxn id="14" idx="1"/>
            <a:endCxn id="49" idx="3"/>
          </p:cNvCxnSpPr>
          <p:nvPr/>
        </p:nvCxnSpPr>
        <p:spPr>
          <a:xfrm>
            <a:off x="6096796" y="2699648"/>
            <a:ext cx="0" cy="202782"/>
          </a:xfrm>
          <a:prstGeom prst="line">
            <a:avLst/>
          </a:prstGeom>
          <a:ln w="25400">
            <a:solidFill>
              <a:srgbClr val="D9D9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Rectangle: Single Corner Snipped 83">
            <a:extLst>
              <a:ext uri="{FF2B5EF4-FFF2-40B4-BE49-F238E27FC236}">
                <a16:creationId xmlns:a16="http://schemas.microsoft.com/office/drawing/2014/main" id="{C732CD3B-04AA-D436-8A2F-C3A080142F68}"/>
              </a:ext>
            </a:extLst>
          </p:cNvPr>
          <p:cNvSpPr/>
          <p:nvPr/>
        </p:nvSpPr>
        <p:spPr bwMode="auto">
          <a:xfrm>
            <a:off x="3359630" y="3014607"/>
            <a:ext cx="8134702" cy="396000"/>
          </a:xfrm>
          <a:prstGeom prst="snip1Rect">
            <a:avLst>
              <a:gd name="adj" fmla="val 14657"/>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0" rIns="144000" bIns="36000" numCol="1" spcCol="0" rtlCol="0" fromWordArt="0" anchor="ctr" anchorCtr="0" forceAA="0" compatLnSpc="1">
            <a:prstTxWarp prst="textNoShape">
              <a:avLst/>
            </a:prstTxWarp>
            <a:noAutofit/>
          </a:bodyPr>
          <a:lstStyle/>
          <a:p>
            <a:r>
              <a:rPr lang="en-US" sz="1200" dirty="0">
                <a:solidFill>
                  <a:schemeClr val="tx1"/>
                </a:solidFill>
                <a:latin typeface="Arial" panose="020B0604020202020204" pitchFamily="34" charset="0"/>
              </a:rPr>
              <a:t>Local to Vivado Install</a:t>
            </a:r>
          </a:p>
        </p:txBody>
      </p:sp>
      <p:sp>
        <p:nvSpPr>
          <p:cNvPr id="85" name="Rectangle: Single Corner Snipped 84">
            <a:extLst>
              <a:ext uri="{FF2B5EF4-FFF2-40B4-BE49-F238E27FC236}">
                <a16:creationId xmlns:a16="http://schemas.microsoft.com/office/drawing/2014/main" id="{BCFA143B-E547-9A05-4EAD-2DB7C14CA2D6}"/>
              </a:ext>
            </a:extLst>
          </p:cNvPr>
          <p:cNvSpPr/>
          <p:nvPr/>
        </p:nvSpPr>
        <p:spPr bwMode="auto">
          <a:xfrm>
            <a:off x="699289" y="3014607"/>
            <a:ext cx="2660340" cy="396000"/>
          </a:xfrm>
          <a:prstGeom prst="snip1Rect">
            <a:avLst>
              <a:gd name="adj" fmla="val 0"/>
            </a:avLst>
          </a:prstGeom>
          <a:solidFill>
            <a:schemeClr val="tx1">
              <a:lumMod val="65000"/>
              <a:lumOff val="3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252000" rIns="182880" bIns="216000"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200" b="1" dirty="0">
                <a:solidFill>
                  <a:schemeClr val="bg1"/>
                </a:solidFill>
                <a:latin typeface="Arial" panose="020B0604020202020204" pitchFamily="34" charset="0"/>
                <a:ea typeface="Segoe UI" pitchFamily="34" charset="0"/>
                <a:cs typeface="Segoe UI" pitchFamily="34" charset="0"/>
              </a:rPr>
              <a:t>AMD Vivado™ IDE MCP Server </a:t>
            </a:r>
          </a:p>
        </p:txBody>
      </p:sp>
      <p:sp>
        <p:nvSpPr>
          <p:cNvPr id="88" name="Rectangle: Diagonal Corners Snipped 87">
            <a:extLst>
              <a:ext uri="{FF2B5EF4-FFF2-40B4-BE49-F238E27FC236}">
                <a16:creationId xmlns:a16="http://schemas.microsoft.com/office/drawing/2014/main" id="{F9FCFFEE-93F2-0195-D3CC-21B543D00427}"/>
              </a:ext>
            </a:extLst>
          </p:cNvPr>
          <p:cNvSpPr/>
          <p:nvPr/>
        </p:nvSpPr>
        <p:spPr bwMode="auto">
          <a:xfrm>
            <a:off x="697670" y="3510253"/>
            <a:ext cx="5265046" cy="1008000"/>
          </a:xfrm>
          <a:prstGeom prst="snip2DiagRect">
            <a:avLst>
              <a:gd name="adj1" fmla="val 0"/>
              <a:gd name="adj2" fmla="val 8104"/>
            </a:avLst>
          </a:prstGeom>
          <a:solidFill>
            <a:schemeClr val="bg1"/>
          </a:solidFill>
          <a:ln w="1270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0" rIns="180000" bIns="72000" numCol="1" spcCol="0" rtlCol="0" fromWordArt="0" anchor="t" anchorCtr="0" forceAA="0" compatLnSpc="1">
            <a:prstTxWarp prst="textNoShape">
              <a:avLst/>
            </a:prstTxWarp>
            <a:noAutofit/>
          </a:bodyPr>
          <a:lstStyle/>
          <a:p>
            <a:pPr algn="ctr">
              <a:spcAft>
                <a:spcPts val="300"/>
              </a:spcAft>
            </a:pPr>
            <a:endParaRPr lang="en-US" sz="1100" dirty="0">
              <a:solidFill>
                <a:srgbClr val="007A8C"/>
              </a:solidFill>
              <a:latin typeface="Consolas"/>
            </a:endParaRPr>
          </a:p>
        </p:txBody>
      </p:sp>
      <p:sp>
        <p:nvSpPr>
          <p:cNvPr id="89" name="Rectangle: Diagonal Corners Snipped 88">
            <a:extLst>
              <a:ext uri="{FF2B5EF4-FFF2-40B4-BE49-F238E27FC236}">
                <a16:creationId xmlns:a16="http://schemas.microsoft.com/office/drawing/2014/main" id="{3A6FB8BF-9791-D1E6-244F-327FEBE733C9}"/>
              </a:ext>
            </a:extLst>
          </p:cNvPr>
          <p:cNvSpPr/>
          <p:nvPr/>
        </p:nvSpPr>
        <p:spPr bwMode="auto">
          <a:xfrm>
            <a:off x="6224555" y="3510253"/>
            <a:ext cx="5265046" cy="1008000"/>
          </a:xfrm>
          <a:prstGeom prst="snip2DiagRect">
            <a:avLst>
              <a:gd name="adj1" fmla="val 0"/>
              <a:gd name="adj2" fmla="val 9029"/>
            </a:avLst>
          </a:prstGeom>
          <a:solidFill>
            <a:schemeClr val="bg1"/>
          </a:solidFill>
          <a:ln w="1270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0000" tIns="146304" rIns="180000" bIns="180000" numCol="1" spcCol="0" rtlCol="0" fromWordArt="0" anchor="ctr" anchorCtr="0" forceAA="0" compatLnSpc="1">
            <a:prstTxWarp prst="textNoShape">
              <a:avLst/>
            </a:prstTxWarp>
            <a:noAutofit/>
          </a:bodyPr>
          <a:lstStyle/>
          <a:p>
            <a:pPr>
              <a:spcAft>
                <a:spcPts val="300"/>
              </a:spcAft>
            </a:pPr>
            <a:endParaRPr lang="en-US" sz="1000" dirty="0">
              <a:solidFill>
                <a:srgbClr val="595959"/>
              </a:solidFill>
            </a:endParaRPr>
          </a:p>
        </p:txBody>
      </p:sp>
      <p:cxnSp>
        <p:nvCxnSpPr>
          <p:cNvPr id="125" name="Connector 9">
            <a:extLst>
              <a:ext uri="{FF2B5EF4-FFF2-40B4-BE49-F238E27FC236}">
                <a16:creationId xmlns:a16="http://schemas.microsoft.com/office/drawing/2014/main" id="{A481709E-827B-90BC-CF0F-002E7064CBB4}"/>
              </a:ext>
            </a:extLst>
          </p:cNvPr>
          <p:cNvCxnSpPr>
            <a:cxnSpLocks/>
          </p:cNvCxnSpPr>
          <p:nvPr/>
        </p:nvCxnSpPr>
        <p:spPr>
          <a:xfrm>
            <a:off x="3217346" y="4630430"/>
            <a:ext cx="0" cy="202781"/>
          </a:xfrm>
          <a:prstGeom prst="line">
            <a:avLst/>
          </a:prstGeom>
          <a:ln w="2540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0">
            <a:extLst>
              <a:ext uri="{FF2B5EF4-FFF2-40B4-BE49-F238E27FC236}">
                <a16:creationId xmlns:a16="http://schemas.microsoft.com/office/drawing/2014/main" id="{25271ACB-8111-FDD0-A88E-59214162A4FC}"/>
              </a:ext>
            </a:extLst>
          </p:cNvPr>
          <p:cNvCxnSpPr>
            <a:cxnSpLocks/>
            <a:endCxn id="94" idx="3"/>
          </p:cNvCxnSpPr>
          <p:nvPr/>
        </p:nvCxnSpPr>
        <p:spPr>
          <a:xfrm>
            <a:off x="8974656" y="4630430"/>
            <a:ext cx="1620" cy="202781"/>
          </a:xfrm>
          <a:prstGeom prst="line">
            <a:avLst/>
          </a:prstGeom>
          <a:ln w="2540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6" name="Rectangle 135">
            <a:extLst>
              <a:ext uri="{FF2B5EF4-FFF2-40B4-BE49-F238E27FC236}">
                <a16:creationId xmlns:a16="http://schemas.microsoft.com/office/drawing/2014/main" id="{7035A7AC-B42D-BBAA-7672-CFA041475233}"/>
              </a:ext>
            </a:extLst>
          </p:cNvPr>
          <p:cNvSpPr/>
          <p:nvPr/>
        </p:nvSpPr>
        <p:spPr bwMode="auto">
          <a:xfrm>
            <a:off x="959063" y="4223055"/>
            <a:ext cx="807792"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Vivado IDE</a:t>
            </a:r>
          </a:p>
        </p:txBody>
      </p:sp>
      <p:sp>
        <p:nvSpPr>
          <p:cNvPr id="142" name="Rectangle 141">
            <a:extLst>
              <a:ext uri="{FF2B5EF4-FFF2-40B4-BE49-F238E27FC236}">
                <a16:creationId xmlns:a16="http://schemas.microsoft.com/office/drawing/2014/main" id="{4CCFBC4E-1240-0C52-443B-1231056FCD93}"/>
              </a:ext>
            </a:extLst>
          </p:cNvPr>
          <p:cNvSpPr/>
          <p:nvPr/>
        </p:nvSpPr>
        <p:spPr bwMode="auto">
          <a:xfrm>
            <a:off x="959063" y="4223055"/>
            <a:ext cx="29597"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37" name="Rectangle 136">
            <a:extLst>
              <a:ext uri="{FF2B5EF4-FFF2-40B4-BE49-F238E27FC236}">
                <a16:creationId xmlns:a16="http://schemas.microsoft.com/office/drawing/2014/main" id="{90E78FC2-669C-7018-0E03-7E0E0E15E12F}"/>
              </a:ext>
            </a:extLst>
          </p:cNvPr>
          <p:cNvSpPr/>
          <p:nvPr/>
        </p:nvSpPr>
        <p:spPr bwMode="auto">
          <a:xfrm>
            <a:off x="1869242" y="4223055"/>
            <a:ext cx="1178243"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 Software Platform</a:t>
            </a:r>
          </a:p>
        </p:txBody>
      </p:sp>
      <p:sp>
        <p:nvSpPr>
          <p:cNvPr id="143" name="Rectangle 142">
            <a:extLst>
              <a:ext uri="{FF2B5EF4-FFF2-40B4-BE49-F238E27FC236}">
                <a16:creationId xmlns:a16="http://schemas.microsoft.com/office/drawing/2014/main" id="{F5D34F6D-BE45-ED41-2CC1-744E3240AE2A}"/>
              </a:ext>
            </a:extLst>
          </p:cNvPr>
          <p:cNvSpPr/>
          <p:nvPr/>
        </p:nvSpPr>
        <p:spPr bwMode="auto">
          <a:xfrm>
            <a:off x="1869244" y="4223055"/>
            <a:ext cx="29597"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38" name="Rectangle 137">
            <a:extLst>
              <a:ext uri="{FF2B5EF4-FFF2-40B4-BE49-F238E27FC236}">
                <a16:creationId xmlns:a16="http://schemas.microsoft.com/office/drawing/2014/main" id="{C749B8AF-2D5B-F478-DF9A-61CE5407828A}"/>
              </a:ext>
            </a:extLst>
          </p:cNvPr>
          <p:cNvSpPr/>
          <p:nvPr/>
        </p:nvSpPr>
        <p:spPr bwMode="auto">
          <a:xfrm>
            <a:off x="3109625" y="4223055"/>
            <a:ext cx="543742"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PDM</a:t>
            </a:r>
          </a:p>
        </p:txBody>
      </p:sp>
      <p:sp>
        <p:nvSpPr>
          <p:cNvPr id="144" name="Rectangle 143">
            <a:extLst>
              <a:ext uri="{FF2B5EF4-FFF2-40B4-BE49-F238E27FC236}">
                <a16:creationId xmlns:a16="http://schemas.microsoft.com/office/drawing/2014/main" id="{EDB191A3-B72F-D74F-2E30-1E98860AF92D}"/>
              </a:ext>
            </a:extLst>
          </p:cNvPr>
          <p:cNvSpPr/>
          <p:nvPr/>
        </p:nvSpPr>
        <p:spPr bwMode="auto">
          <a:xfrm>
            <a:off x="3109626" y="4223055"/>
            <a:ext cx="29597"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39" name="Rectangle 138">
            <a:extLst>
              <a:ext uri="{FF2B5EF4-FFF2-40B4-BE49-F238E27FC236}">
                <a16:creationId xmlns:a16="http://schemas.microsoft.com/office/drawing/2014/main" id="{6D4C07B0-41FB-AB82-ED26-91046306F55D}"/>
              </a:ext>
            </a:extLst>
          </p:cNvPr>
          <p:cNvSpPr/>
          <p:nvPr/>
        </p:nvSpPr>
        <p:spPr bwMode="auto">
          <a:xfrm>
            <a:off x="3736168" y="4223055"/>
            <a:ext cx="807792"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ChipScope</a:t>
            </a:r>
          </a:p>
        </p:txBody>
      </p:sp>
      <p:sp>
        <p:nvSpPr>
          <p:cNvPr id="145" name="Rectangle 144">
            <a:extLst>
              <a:ext uri="{FF2B5EF4-FFF2-40B4-BE49-F238E27FC236}">
                <a16:creationId xmlns:a16="http://schemas.microsoft.com/office/drawing/2014/main" id="{D57EA278-7D10-CEC5-C040-3DF304A070D8}"/>
              </a:ext>
            </a:extLst>
          </p:cNvPr>
          <p:cNvSpPr/>
          <p:nvPr/>
        </p:nvSpPr>
        <p:spPr bwMode="auto">
          <a:xfrm>
            <a:off x="3736169" y="4223055"/>
            <a:ext cx="29597"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40" name="Rectangle 139">
            <a:extLst>
              <a:ext uri="{FF2B5EF4-FFF2-40B4-BE49-F238E27FC236}">
                <a16:creationId xmlns:a16="http://schemas.microsoft.com/office/drawing/2014/main" id="{F99AAEF2-3B1A-4D94-7B85-351A4DDE9657}"/>
              </a:ext>
            </a:extLst>
          </p:cNvPr>
          <p:cNvSpPr/>
          <p:nvPr/>
        </p:nvSpPr>
        <p:spPr bwMode="auto">
          <a:xfrm>
            <a:off x="4625184" y="4223055"/>
            <a:ext cx="1101535"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Model Composer</a:t>
            </a:r>
          </a:p>
        </p:txBody>
      </p:sp>
      <p:sp>
        <p:nvSpPr>
          <p:cNvPr id="146" name="Rectangle 145">
            <a:extLst>
              <a:ext uri="{FF2B5EF4-FFF2-40B4-BE49-F238E27FC236}">
                <a16:creationId xmlns:a16="http://schemas.microsoft.com/office/drawing/2014/main" id="{2926C362-9ABA-7418-6711-86160C824253}"/>
              </a:ext>
            </a:extLst>
          </p:cNvPr>
          <p:cNvSpPr/>
          <p:nvPr/>
        </p:nvSpPr>
        <p:spPr bwMode="auto">
          <a:xfrm>
            <a:off x="4625184" y="4223055"/>
            <a:ext cx="29597"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56" name="TextBox 155">
            <a:extLst>
              <a:ext uri="{FF2B5EF4-FFF2-40B4-BE49-F238E27FC236}">
                <a16:creationId xmlns:a16="http://schemas.microsoft.com/office/drawing/2014/main" id="{AEC87168-9305-48A6-F24B-9C79D9F9C6E4}"/>
              </a:ext>
            </a:extLst>
          </p:cNvPr>
          <p:cNvSpPr txBox="1"/>
          <p:nvPr/>
        </p:nvSpPr>
        <p:spPr>
          <a:xfrm>
            <a:off x="959063" y="3563593"/>
            <a:ext cx="4742258" cy="577081"/>
          </a:xfrm>
          <a:prstGeom prst="rect">
            <a:avLst/>
          </a:prstGeom>
          <a:noFill/>
        </p:spPr>
        <p:txBody>
          <a:bodyPr wrap="square" lIns="0" tIns="0" rIns="0" bIns="0">
            <a:spAutoFit/>
          </a:bodyPr>
          <a:lstStyle/>
          <a:p>
            <a:pPr algn="ctr">
              <a:spcAft>
                <a:spcPts val="300"/>
              </a:spcAft>
            </a:pPr>
            <a:r>
              <a:rPr lang="en-US" sz="1200" b="1" dirty="0">
                <a:solidFill>
                  <a:srgbClr val="007A8C"/>
                </a:solidFill>
                <a:latin typeface="Arial Bold" panose="020B0704020202020204" pitchFamily="34" charset="0"/>
              </a:rPr>
              <a:t>vivado_doc_search</a:t>
            </a:r>
          </a:p>
          <a:p>
            <a:pPr>
              <a:spcAft>
                <a:spcPts val="300"/>
              </a:spcAft>
            </a:pPr>
            <a:r>
              <a:rPr lang="en-US" sz="1050" dirty="0">
                <a:latin typeface="Arial" panose="020B0604020202020204" pitchFamily="34" charset="0"/>
              </a:rPr>
              <a:t>RAG-powered search across AMD documentation</a:t>
            </a:r>
          </a:p>
          <a:p>
            <a:pPr>
              <a:spcAft>
                <a:spcPts val="300"/>
              </a:spcAft>
            </a:pPr>
            <a:r>
              <a:rPr lang="en-US" sz="1000" b="1" dirty="0">
                <a:latin typeface="Arial Bold" panose="020B0704020202020204" pitchFamily="34" charset="0"/>
              </a:rPr>
              <a:t>Example:</a:t>
            </a:r>
            <a:r>
              <a:rPr lang="en-US" sz="1000" b="1" dirty="0">
                <a:latin typeface="Arial"/>
              </a:rPr>
              <a:t> </a:t>
            </a:r>
            <a:r>
              <a:rPr lang="en-US" sz="1000" dirty="0">
                <a:solidFill>
                  <a:srgbClr val="007A8C"/>
                </a:solidFill>
                <a:latin typeface="Arial" panose="020B0604020202020204" pitchFamily="34" charset="0"/>
              </a:rPr>
              <a:t>"How to handle async clocks?"</a:t>
            </a:r>
          </a:p>
        </p:txBody>
      </p:sp>
      <p:sp>
        <p:nvSpPr>
          <p:cNvPr id="181" name="Rectangle 180">
            <a:extLst>
              <a:ext uri="{FF2B5EF4-FFF2-40B4-BE49-F238E27FC236}">
                <a16:creationId xmlns:a16="http://schemas.microsoft.com/office/drawing/2014/main" id="{2AAA73E0-08F9-83ED-5BEF-9050612D83F6}"/>
              </a:ext>
            </a:extLst>
          </p:cNvPr>
          <p:cNvSpPr/>
          <p:nvPr/>
        </p:nvSpPr>
        <p:spPr bwMode="auto">
          <a:xfrm>
            <a:off x="6485948" y="4223055"/>
            <a:ext cx="1542149"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pPr>
              <a:spcAft>
                <a:spcPts val="300"/>
              </a:spcAft>
            </a:pPr>
            <a:r>
              <a:rPr lang="en-US" sz="1000" dirty="0">
                <a:solidFill>
                  <a:schemeClr val="tx1"/>
                </a:solidFill>
                <a:latin typeface="Arial" panose="020B0604020202020204" pitchFamily="34" charset="0"/>
              </a:rPr>
              <a:t>TCL &amp; GUI</a:t>
            </a:r>
          </a:p>
        </p:txBody>
      </p:sp>
      <p:sp>
        <p:nvSpPr>
          <p:cNvPr id="182" name="Rectangle 181">
            <a:extLst>
              <a:ext uri="{FF2B5EF4-FFF2-40B4-BE49-F238E27FC236}">
                <a16:creationId xmlns:a16="http://schemas.microsoft.com/office/drawing/2014/main" id="{350BE8CA-356F-E6F7-1F62-3ABE53C4762F}"/>
              </a:ext>
            </a:extLst>
          </p:cNvPr>
          <p:cNvSpPr/>
          <p:nvPr/>
        </p:nvSpPr>
        <p:spPr bwMode="auto">
          <a:xfrm>
            <a:off x="6485948" y="4223055"/>
            <a:ext cx="29374"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79" name="Rectangle 178">
            <a:extLst>
              <a:ext uri="{FF2B5EF4-FFF2-40B4-BE49-F238E27FC236}">
                <a16:creationId xmlns:a16="http://schemas.microsoft.com/office/drawing/2014/main" id="{84215E60-64EB-C929-0D47-57A2F8D99D8D}"/>
              </a:ext>
            </a:extLst>
          </p:cNvPr>
          <p:cNvSpPr/>
          <p:nvPr/>
        </p:nvSpPr>
        <p:spPr bwMode="auto">
          <a:xfrm>
            <a:off x="8086003" y="4223055"/>
            <a:ext cx="1542149"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Project &amp; Non-project</a:t>
            </a:r>
          </a:p>
        </p:txBody>
      </p:sp>
      <p:sp>
        <p:nvSpPr>
          <p:cNvPr id="180" name="Rectangle 179">
            <a:extLst>
              <a:ext uri="{FF2B5EF4-FFF2-40B4-BE49-F238E27FC236}">
                <a16:creationId xmlns:a16="http://schemas.microsoft.com/office/drawing/2014/main" id="{EDD0B3C7-9B03-A372-DAB0-68D88DB6C457}"/>
              </a:ext>
            </a:extLst>
          </p:cNvPr>
          <p:cNvSpPr/>
          <p:nvPr/>
        </p:nvSpPr>
        <p:spPr bwMode="auto">
          <a:xfrm>
            <a:off x="8086003" y="4223055"/>
            <a:ext cx="29374"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77" name="Rectangle 176">
            <a:extLst>
              <a:ext uri="{FF2B5EF4-FFF2-40B4-BE49-F238E27FC236}">
                <a16:creationId xmlns:a16="http://schemas.microsoft.com/office/drawing/2014/main" id="{905B269C-67A4-097A-8106-DBADC0E057F9}"/>
              </a:ext>
            </a:extLst>
          </p:cNvPr>
          <p:cNvSpPr/>
          <p:nvPr/>
        </p:nvSpPr>
        <p:spPr bwMode="auto">
          <a:xfrm>
            <a:off x="9686058" y="4223055"/>
            <a:ext cx="1542149" cy="21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46304" rIns="0" bIns="146304" numCol="1" spcCol="0" rtlCol="0" fromWordArt="0" anchor="ctr" anchorCtr="0" forceAA="0" compatLnSpc="1">
            <a:prstTxWarp prst="textNoShape">
              <a:avLst/>
            </a:prstTxWarp>
            <a:noAutofit/>
          </a:bodyPr>
          <a:lstStyle/>
          <a:p>
            <a:r>
              <a:rPr lang="en-US" sz="1000" dirty="0">
                <a:solidFill>
                  <a:schemeClr val="tx1"/>
                </a:solidFill>
                <a:latin typeface="Arial" panose="020B0604020202020204" pitchFamily="34" charset="0"/>
              </a:rPr>
              <a:t>Any Vivado IDE Version</a:t>
            </a:r>
          </a:p>
        </p:txBody>
      </p:sp>
      <p:sp>
        <p:nvSpPr>
          <p:cNvPr id="178" name="Rectangle 177">
            <a:extLst>
              <a:ext uri="{FF2B5EF4-FFF2-40B4-BE49-F238E27FC236}">
                <a16:creationId xmlns:a16="http://schemas.microsoft.com/office/drawing/2014/main" id="{D1A2488F-2FF6-4D41-5C71-3D828EA924A1}"/>
              </a:ext>
            </a:extLst>
          </p:cNvPr>
          <p:cNvSpPr/>
          <p:nvPr/>
        </p:nvSpPr>
        <p:spPr bwMode="auto">
          <a:xfrm>
            <a:off x="9686060" y="4223055"/>
            <a:ext cx="29374" cy="216000"/>
          </a:xfrm>
          <a:prstGeom prst="rect">
            <a:avLst/>
          </a:prstGeom>
          <a:solidFill>
            <a:schemeClr val="tx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000" dirty="0">
              <a:gradFill>
                <a:gsLst>
                  <a:gs pos="0">
                    <a:srgbClr val="FFFFFF"/>
                  </a:gs>
                  <a:gs pos="100000">
                    <a:srgbClr val="FFFFFF"/>
                  </a:gs>
                </a:gsLst>
                <a:lin ang="5400000" scaled="0"/>
              </a:gradFill>
              <a:ea typeface="Segoe UI" pitchFamily="34" charset="0"/>
              <a:cs typeface="Segoe UI" pitchFamily="34" charset="0"/>
            </a:endParaRPr>
          </a:p>
        </p:txBody>
      </p:sp>
      <p:sp>
        <p:nvSpPr>
          <p:cNvPr id="183" name="TextBox 182">
            <a:extLst>
              <a:ext uri="{FF2B5EF4-FFF2-40B4-BE49-F238E27FC236}">
                <a16:creationId xmlns:a16="http://schemas.microsoft.com/office/drawing/2014/main" id="{F703F354-9F8C-F504-9FBA-E125DBA8BC9A}"/>
              </a:ext>
            </a:extLst>
          </p:cNvPr>
          <p:cNvSpPr txBox="1"/>
          <p:nvPr/>
        </p:nvSpPr>
        <p:spPr>
          <a:xfrm>
            <a:off x="6485948" y="3563593"/>
            <a:ext cx="4742258" cy="592470"/>
          </a:xfrm>
          <a:prstGeom prst="rect">
            <a:avLst/>
          </a:prstGeom>
          <a:noFill/>
        </p:spPr>
        <p:txBody>
          <a:bodyPr wrap="square" lIns="0" tIns="0" rIns="0" bIns="0">
            <a:spAutoFit/>
          </a:bodyPr>
          <a:lstStyle/>
          <a:p>
            <a:pPr algn="ctr">
              <a:spcAft>
                <a:spcPts val="300"/>
              </a:spcAft>
            </a:pPr>
            <a:r>
              <a:rPr lang="en-US" sz="1200" b="1" dirty="0">
                <a:solidFill>
                  <a:srgbClr val="007A8C"/>
                </a:solidFill>
                <a:latin typeface="Arial Bold" panose="020B0704020202020204" pitchFamily="34" charset="0"/>
              </a:rPr>
              <a:t>vivado_execute</a:t>
            </a:r>
          </a:p>
          <a:p>
            <a:pPr>
              <a:spcAft>
                <a:spcPts val="300"/>
              </a:spcAft>
            </a:pPr>
            <a:r>
              <a:rPr lang="en-US" sz="1050" dirty="0">
                <a:latin typeface="Arial" panose="020B0604020202020204" pitchFamily="34" charset="0"/>
              </a:rPr>
              <a:t>Run any Tcl command through a standardized API</a:t>
            </a:r>
          </a:p>
          <a:p>
            <a:pPr>
              <a:spcAft>
                <a:spcPts val="300"/>
              </a:spcAft>
            </a:pPr>
            <a:r>
              <a:rPr lang="en-US" sz="1000" b="1" dirty="0">
                <a:latin typeface="Arial"/>
              </a:rPr>
              <a:t>Example: </a:t>
            </a:r>
            <a:r>
              <a:rPr lang="en-US" sz="1000" dirty="0">
                <a:solidFill>
                  <a:srgbClr val="007A8C"/>
                </a:solidFill>
                <a:latin typeface="Arial" panose="020B0604020202020204" pitchFamily="34" charset="0"/>
              </a:rPr>
              <a:t>"Analyze critical paths and recommend fixes"</a:t>
            </a:r>
          </a:p>
        </p:txBody>
      </p:sp>
    </p:spTree>
    <p:extLst>
      <p:ext uri="{BB962C8B-B14F-4D97-AF65-F5344CB8AC3E}">
        <p14:creationId xmlns:p14="http://schemas.microsoft.com/office/powerpoint/2010/main" val="195777755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A7D02390-D21C-775B-99B6-DADE14C2BFF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44" name="think-cell data - do not delete" hidden="1">
                        <a:extLst>
                          <a:ext uri="{FF2B5EF4-FFF2-40B4-BE49-F238E27FC236}">
                            <a16:creationId xmlns:a16="http://schemas.microsoft.com/office/drawing/2014/main" id="{A7D02390-D21C-775B-99B6-DADE14C2BFF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12B758-BAFD-E8CF-C278-61C45FFB6487}"/>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First Delivery: IDE/CLI Agnostic AMD Vivado MCP Server</a:t>
            </a:r>
          </a:p>
        </p:txBody>
      </p:sp>
      <p:sp>
        <p:nvSpPr>
          <p:cNvPr id="45" name="Rounded Rectangle 1042">
            <a:extLst>
              <a:ext uri="{FF2B5EF4-FFF2-40B4-BE49-F238E27FC236}">
                <a16:creationId xmlns:a16="http://schemas.microsoft.com/office/drawing/2014/main" id="{6A42241C-D0C9-879E-EC20-F1835A9ACE9A}"/>
              </a:ext>
            </a:extLst>
          </p:cNvPr>
          <p:cNvSpPr/>
          <p:nvPr/>
        </p:nvSpPr>
        <p:spPr>
          <a:xfrm>
            <a:off x="588263" y="1188720"/>
            <a:ext cx="5029200" cy="5212080"/>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77800" tIns="127000" rtlCol="0" anchor="t"/>
          <a:lstStyle/>
          <a:p>
            <a:pPr algn="ctr"/>
            <a:r>
              <a:rPr lang="en-US" sz="1600" b="1" dirty="0">
                <a:solidFill>
                  <a:schemeClr val="accent6">
                    <a:lumMod val="75000"/>
                  </a:schemeClr>
                </a:solidFill>
                <a:latin typeface="Arial Bold" panose="020B0704020202020204" pitchFamily="34" charset="0"/>
              </a:rPr>
              <a:t>Vivado™</a:t>
            </a:r>
            <a:r>
              <a:rPr sz="1600" b="1" dirty="0">
                <a:solidFill>
                  <a:schemeClr val="accent6">
                    <a:lumMod val="75000"/>
                  </a:schemeClr>
                </a:solidFill>
                <a:latin typeface="Arial Bold" panose="020B0704020202020204" pitchFamily="34" charset="0"/>
              </a:rPr>
              <a:t> MCP Server</a:t>
            </a:r>
          </a:p>
        </p:txBody>
      </p:sp>
      <p:sp>
        <p:nvSpPr>
          <p:cNvPr id="49" name="Rounded Rectangle 1043">
            <a:extLst>
              <a:ext uri="{FF2B5EF4-FFF2-40B4-BE49-F238E27FC236}">
                <a16:creationId xmlns:a16="http://schemas.microsoft.com/office/drawing/2014/main" id="{3581E294-E4CA-7008-630F-65492F96D743}"/>
              </a:ext>
            </a:extLst>
          </p:cNvPr>
          <p:cNvSpPr/>
          <p:nvPr/>
        </p:nvSpPr>
        <p:spPr>
          <a:xfrm>
            <a:off x="771143" y="1737360"/>
            <a:ext cx="1432560" cy="1234440"/>
          </a:xfrm>
          <a:prstGeom prst="rect">
            <a:avLst/>
          </a:prstGeom>
          <a:solidFill>
            <a:srgbClr val="F2F2F2"/>
          </a:solidFill>
          <a:ln w="1270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01600" tIns="101600" rIns="76200" rtlCol="0" anchor="t"/>
          <a:lstStyle/>
          <a:p>
            <a:pPr algn="ctr"/>
            <a:r>
              <a:rPr sz="1050" b="1" dirty="0">
                <a:solidFill>
                  <a:schemeClr val="accent6">
                    <a:lumMod val="75000"/>
                  </a:schemeClr>
                </a:solidFill>
                <a:latin typeface="Arial Bold" panose="020B0704020202020204" pitchFamily="34" charset="0"/>
              </a:rPr>
              <a:t>vivado_doc_search</a:t>
            </a:r>
          </a:p>
          <a:p>
            <a:pPr>
              <a:spcBef>
                <a:spcPts val="600"/>
              </a:spcBef>
            </a:pPr>
            <a:r>
              <a:rPr sz="1200" b="0" dirty="0">
                <a:solidFill>
                  <a:srgbClr val="404040"/>
                </a:solidFill>
                <a:latin typeface="Arial"/>
              </a:rPr>
              <a:t>RAG-powered
documentation
search</a:t>
            </a:r>
          </a:p>
        </p:txBody>
      </p:sp>
      <p:sp>
        <p:nvSpPr>
          <p:cNvPr id="50" name="Rounded Rectangle 1044">
            <a:extLst>
              <a:ext uri="{FF2B5EF4-FFF2-40B4-BE49-F238E27FC236}">
                <a16:creationId xmlns:a16="http://schemas.microsoft.com/office/drawing/2014/main" id="{1346FD63-29D8-BE91-02CD-2A45400C166E}"/>
              </a:ext>
            </a:extLst>
          </p:cNvPr>
          <p:cNvSpPr/>
          <p:nvPr/>
        </p:nvSpPr>
        <p:spPr>
          <a:xfrm>
            <a:off x="2386583" y="1737360"/>
            <a:ext cx="1432560" cy="1234440"/>
          </a:xfrm>
          <a:prstGeom prst="rect">
            <a:avLst/>
          </a:prstGeom>
          <a:solidFill>
            <a:srgbClr val="F2F2F2"/>
          </a:solidFill>
          <a:ln w="12700">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wrap="square" lIns="101600" tIns="101600" rIns="76200" rtlCol="0" anchor="t"/>
          <a:lstStyle/>
          <a:p>
            <a:pPr algn="ctr"/>
            <a:r>
              <a:rPr sz="1050" b="1" dirty="0">
                <a:solidFill>
                  <a:schemeClr val="accent6">
                    <a:lumMod val="75000"/>
                  </a:schemeClr>
                </a:solidFill>
                <a:latin typeface="Arial Bold" panose="020B0704020202020204" pitchFamily="34" charset="0"/>
              </a:rPr>
              <a:t>vivado_execute</a:t>
            </a:r>
          </a:p>
          <a:p>
            <a:pPr>
              <a:spcBef>
                <a:spcPts val="600"/>
              </a:spcBef>
            </a:pPr>
            <a:r>
              <a:rPr sz="1200" b="0" dirty="0">
                <a:solidFill>
                  <a:srgbClr val="404040"/>
                </a:solidFill>
                <a:latin typeface="Arial"/>
              </a:rPr>
              <a:t>Run T</a:t>
            </a:r>
            <a:r>
              <a:rPr lang="en-US" sz="1200" b="0" dirty="0">
                <a:solidFill>
                  <a:srgbClr val="404040"/>
                </a:solidFill>
                <a:latin typeface="Arial"/>
              </a:rPr>
              <a:t>cl</a:t>
            </a:r>
            <a:r>
              <a:rPr sz="1200" b="0" dirty="0">
                <a:solidFill>
                  <a:srgbClr val="404040"/>
                </a:solidFill>
                <a:latin typeface="Arial"/>
              </a:rPr>
              <a:t>
commands &amp;
GUI control</a:t>
            </a:r>
          </a:p>
        </p:txBody>
      </p:sp>
      <p:sp>
        <p:nvSpPr>
          <p:cNvPr id="51" name="Rounded Rectangle 1045">
            <a:extLst>
              <a:ext uri="{FF2B5EF4-FFF2-40B4-BE49-F238E27FC236}">
                <a16:creationId xmlns:a16="http://schemas.microsoft.com/office/drawing/2014/main" id="{4A1D0CE4-1425-E1F4-DC80-425AC6CF881F}"/>
              </a:ext>
            </a:extLst>
          </p:cNvPr>
          <p:cNvSpPr/>
          <p:nvPr/>
        </p:nvSpPr>
        <p:spPr>
          <a:xfrm>
            <a:off x="4002023" y="1737360"/>
            <a:ext cx="1432560" cy="1234440"/>
          </a:xfrm>
          <a:prstGeom prst="rect">
            <a:avLst/>
          </a:prstGeom>
          <a:solidFill>
            <a:srgbClr val="F2F2F2"/>
          </a:solidFill>
          <a:ln w="12700">
            <a:solidFill>
              <a:schemeClr val="accent4"/>
            </a:solidFill>
          </a:ln>
        </p:spPr>
        <p:style>
          <a:lnRef idx="1">
            <a:schemeClr val="accent1"/>
          </a:lnRef>
          <a:fillRef idx="3">
            <a:schemeClr val="accent1"/>
          </a:fillRef>
          <a:effectRef idx="2">
            <a:schemeClr val="accent1"/>
          </a:effectRef>
          <a:fontRef idx="minor">
            <a:schemeClr val="lt1"/>
          </a:fontRef>
        </p:style>
        <p:txBody>
          <a:bodyPr wrap="square" lIns="101600" tIns="101600" rIns="76200" rtlCol="0" anchor="t"/>
          <a:lstStyle/>
          <a:p>
            <a:pPr algn="ctr"/>
            <a:r>
              <a:rPr sz="1050" b="1" dirty="0">
                <a:solidFill>
                  <a:schemeClr val="accent4">
                    <a:lumMod val="75000"/>
                  </a:schemeClr>
                </a:solidFill>
                <a:latin typeface="Arial Bold" panose="020B0704020202020204" pitchFamily="34" charset="0"/>
              </a:rPr>
              <a:t>vivado_analyze</a:t>
            </a:r>
          </a:p>
          <a:p>
            <a:pPr>
              <a:spcBef>
                <a:spcPts val="600"/>
              </a:spcBef>
            </a:pPr>
            <a:r>
              <a:rPr sz="1200" b="0" dirty="0">
                <a:solidFill>
                  <a:srgbClr val="404040"/>
                </a:solidFill>
                <a:latin typeface="Arial"/>
              </a:rPr>
              <a:t>Reports,
timing, CDC
analysis</a:t>
            </a:r>
          </a:p>
        </p:txBody>
      </p:sp>
      <p:sp>
        <p:nvSpPr>
          <p:cNvPr id="56" name="Rounded Rectangle 1042">
            <a:extLst>
              <a:ext uri="{FF2B5EF4-FFF2-40B4-BE49-F238E27FC236}">
                <a16:creationId xmlns:a16="http://schemas.microsoft.com/office/drawing/2014/main" id="{A509F55B-AA25-E24C-2933-8E1C820E8916}"/>
              </a:ext>
            </a:extLst>
          </p:cNvPr>
          <p:cNvSpPr/>
          <p:nvPr/>
        </p:nvSpPr>
        <p:spPr>
          <a:xfrm>
            <a:off x="771143" y="3154680"/>
            <a:ext cx="4663440" cy="3057144"/>
          </a:xfrm>
          <a:prstGeom prst="rect">
            <a:avLst/>
          </a:prstGeom>
          <a:solidFill>
            <a:schemeClr val="bg1"/>
          </a:solidFill>
          <a:ln w="635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77800" tIns="127000" rtlCol="0" anchor="t"/>
          <a:lstStyle/>
          <a:p>
            <a:pPr algn="ctr"/>
            <a:r>
              <a:rPr lang="en-US" sz="1600" b="1" dirty="0">
                <a:solidFill>
                  <a:srgbClr val="007A8C"/>
                </a:solidFill>
                <a:latin typeface="Arial Bold" panose="020B0704020202020204" pitchFamily="34" charset="0"/>
              </a:rPr>
              <a:t>Vivado Tool Knowledge Base</a:t>
            </a:r>
            <a:r>
              <a:rPr lang="en-US" sz="1100" dirty="0">
                <a:solidFill>
                  <a:srgbClr val="595959"/>
                </a:solidFill>
                <a:latin typeface="Arial" panose="020B0604020202020204" pitchFamily="34" charset="0"/>
              </a:rPr>
              <a:t>  Local or Remote</a:t>
            </a:r>
          </a:p>
        </p:txBody>
      </p:sp>
      <p:sp>
        <p:nvSpPr>
          <p:cNvPr id="57" name="Rounded Rectangle 1047">
            <a:extLst>
              <a:ext uri="{FF2B5EF4-FFF2-40B4-BE49-F238E27FC236}">
                <a16:creationId xmlns:a16="http://schemas.microsoft.com/office/drawing/2014/main" id="{00064E34-D76F-693C-59D8-FCE7A2C16A76}"/>
              </a:ext>
            </a:extLst>
          </p:cNvPr>
          <p:cNvSpPr/>
          <p:nvPr/>
        </p:nvSpPr>
        <p:spPr>
          <a:xfrm>
            <a:off x="908303" y="3657600"/>
            <a:ext cx="2139696" cy="457200"/>
          </a:xfrm>
          <a:prstGeom prst="rect">
            <a:avLst/>
          </a:prstGeom>
          <a:solidFill>
            <a:schemeClr val="bg1">
              <a:lumMod val="95000"/>
            </a:schemeClr>
          </a:solidFill>
          <a:ln w="6350">
            <a:solidFill>
              <a:srgbClr val="A6A6A6"/>
            </a:solidFill>
          </a:ln>
        </p:spPr>
        <p:style>
          <a:lnRef idx="1">
            <a:schemeClr val="accent1"/>
          </a:lnRef>
          <a:fillRef idx="3">
            <a:schemeClr val="accent1"/>
          </a:fillRef>
          <a:effectRef idx="2">
            <a:schemeClr val="accent1"/>
          </a:effectRef>
          <a:fontRef idx="minor">
            <a:schemeClr val="lt1"/>
          </a:fontRef>
        </p:style>
        <p:txBody>
          <a:bodyPr wrap="square" lIns="101600" tIns="50800" rtlCol="0" anchor="ctr"/>
          <a:lstStyle/>
          <a:p>
            <a:pPr algn="ctr"/>
            <a:r>
              <a:rPr lang="en-US" sz="1200" b="1" dirty="0">
                <a:solidFill>
                  <a:schemeClr val="tx1"/>
                </a:solidFill>
                <a:latin typeface="Arial Bold" panose="020B0704020202020204" pitchFamily="34" charset="0"/>
              </a:rPr>
              <a:t>Vivado</a:t>
            </a:r>
            <a:r>
              <a:rPr sz="1200" b="1" dirty="0">
                <a:solidFill>
                  <a:schemeClr val="tx1"/>
                </a:solidFill>
                <a:latin typeface="Arial Bold" panose="020B0704020202020204" pitchFamily="34" charset="0"/>
              </a:rPr>
              <a:t> &amp; </a:t>
            </a:r>
            <a:r>
              <a:rPr lang="en-US" sz="1200" b="1" dirty="0">
                <a:solidFill>
                  <a:schemeClr val="tx1"/>
                </a:solidFill>
                <a:latin typeface="Arial Bold" panose="020B0704020202020204" pitchFamily="34" charset="0"/>
              </a:rPr>
              <a:t>Vitis™ tools</a:t>
            </a:r>
            <a:endParaRPr sz="1200" b="1" dirty="0">
              <a:solidFill>
                <a:schemeClr val="tx1"/>
              </a:solidFill>
              <a:latin typeface="Arial Bold" panose="020B0704020202020204" pitchFamily="34" charset="0"/>
            </a:endParaRPr>
          </a:p>
          <a:p>
            <a:pPr algn="ctr">
              <a:spcBef>
                <a:spcPts val="100"/>
              </a:spcBef>
            </a:pPr>
            <a:r>
              <a:rPr sz="1050" dirty="0">
                <a:solidFill>
                  <a:srgbClr val="595959"/>
                </a:solidFill>
                <a:latin typeface="Arial" panose="020B0604020202020204" pitchFamily="34" charset="0"/>
              </a:rPr>
              <a:t>UG835, UG906, UG949</a:t>
            </a:r>
          </a:p>
        </p:txBody>
      </p:sp>
      <p:sp>
        <p:nvSpPr>
          <p:cNvPr id="58" name="Rounded Rectangle 1048">
            <a:extLst>
              <a:ext uri="{FF2B5EF4-FFF2-40B4-BE49-F238E27FC236}">
                <a16:creationId xmlns:a16="http://schemas.microsoft.com/office/drawing/2014/main" id="{CF37B424-0DAA-408D-2CDC-07D4F6C525A3}"/>
              </a:ext>
            </a:extLst>
          </p:cNvPr>
          <p:cNvSpPr/>
          <p:nvPr/>
        </p:nvSpPr>
        <p:spPr>
          <a:xfrm>
            <a:off x="3157727" y="3657600"/>
            <a:ext cx="2139696" cy="457200"/>
          </a:xfrm>
          <a:prstGeom prst="rect">
            <a:avLst/>
          </a:prstGeom>
          <a:solidFill>
            <a:schemeClr val="bg1">
              <a:lumMod val="95000"/>
            </a:schemeClr>
          </a:solidFill>
          <a:ln w="6350">
            <a:solidFill>
              <a:srgbClr val="A6A6A6"/>
            </a:solidFill>
          </a:ln>
        </p:spPr>
        <p:style>
          <a:lnRef idx="1">
            <a:schemeClr val="accent1"/>
          </a:lnRef>
          <a:fillRef idx="3">
            <a:schemeClr val="accent1"/>
          </a:fillRef>
          <a:effectRef idx="2">
            <a:schemeClr val="accent1"/>
          </a:effectRef>
          <a:fontRef idx="minor">
            <a:schemeClr val="lt1"/>
          </a:fontRef>
        </p:style>
        <p:txBody>
          <a:bodyPr wrap="square" lIns="101600" tIns="50800" rtlCol="0" anchor="ctr"/>
          <a:lstStyle/>
          <a:p>
            <a:pPr algn="ctr"/>
            <a:r>
              <a:rPr sz="1200" b="1" dirty="0">
                <a:solidFill>
                  <a:schemeClr val="tx1"/>
                </a:solidFill>
                <a:latin typeface="Arial Bold" panose="020B0704020202020204" pitchFamily="34" charset="0"/>
              </a:rPr>
              <a:t>PDM &amp; ChipScope</a:t>
            </a:r>
          </a:p>
          <a:p>
            <a:pPr algn="ctr">
              <a:spcBef>
                <a:spcPts val="100"/>
              </a:spcBef>
            </a:pPr>
            <a:r>
              <a:rPr sz="1050" dirty="0">
                <a:solidFill>
                  <a:srgbClr val="595959"/>
                </a:solidFill>
                <a:latin typeface="Arial" panose="020B0604020202020204" pitchFamily="34" charset="0"/>
              </a:rPr>
              <a:t>Debug &amp; program tools</a:t>
            </a:r>
          </a:p>
        </p:txBody>
      </p:sp>
      <p:sp>
        <p:nvSpPr>
          <p:cNvPr id="59" name="Rounded Rectangle 1049">
            <a:extLst>
              <a:ext uri="{FF2B5EF4-FFF2-40B4-BE49-F238E27FC236}">
                <a16:creationId xmlns:a16="http://schemas.microsoft.com/office/drawing/2014/main" id="{151793EB-F25B-FE1A-FBEF-7869C67EB144}"/>
              </a:ext>
            </a:extLst>
          </p:cNvPr>
          <p:cNvSpPr/>
          <p:nvPr/>
        </p:nvSpPr>
        <p:spPr>
          <a:xfrm>
            <a:off x="908303" y="4224528"/>
            <a:ext cx="2139696" cy="457200"/>
          </a:xfrm>
          <a:prstGeom prst="rect">
            <a:avLst/>
          </a:prstGeom>
          <a:solidFill>
            <a:schemeClr val="bg1">
              <a:lumMod val="95000"/>
            </a:schemeClr>
          </a:solidFill>
          <a:ln w="6350">
            <a:solidFill>
              <a:srgbClr val="A6A6A6"/>
            </a:solidFill>
          </a:ln>
        </p:spPr>
        <p:style>
          <a:lnRef idx="1">
            <a:schemeClr val="accent1"/>
          </a:lnRef>
          <a:fillRef idx="3">
            <a:schemeClr val="accent1"/>
          </a:fillRef>
          <a:effectRef idx="2">
            <a:schemeClr val="accent1"/>
          </a:effectRef>
          <a:fontRef idx="minor">
            <a:schemeClr val="lt1"/>
          </a:fontRef>
        </p:style>
        <p:txBody>
          <a:bodyPr wrap="square" lIns="101600" tIns="50800" rtlCol="0" anchor="ctr"/>
          <a:lstStyle/>
          <a:p>
            <a:pPr algn="ctr"/>
            <a:r>
              <a:rPr sz="1200" b="1" dirty="0">
                <a:solidFill>
                  <a:schemeClr val="tx1"/>
                </a:solidFill>
                <a:latin typeface="Arial Bold" panose="020B0704020202020204" pitchFamily="34" charset="0"/>
              </a:rPr>
              <a:t>Model Composer</a:t>
            </a:r>
          </a:p>
          <a:p>
            <a:pPr algn="ctr">
              <a:spcBef>
                <a:spcPts val="100"/>
              </a:spcBef>
            </a:pPr>
            <a:r>
              <a:rPr sz="1050" dirty="0">
                <a:solidFill>
                  <a:srgbClr val="595959"/>
                </a:solidFill>
                <a:latin typeface="Arial" panose="020B0604020202020204" pitchFamily="34" charset="0"/>
              </a:rPr>
              <a:t>DSP &amp; AI design docs</a:t>
            </a:r>
          </a:p>
        </p:txBody>
      </p:sp>
      <p:sp>
        <p:nvSpPr>
          <p:cNvPr id="60" name="Rounded Rectangle 1050">
            <a:extLst>
              <a:ext uri="{FF2B5EF4-FFF2-40B4-BE49-F238E27FC236}">
                <a16:creationId xmlns:a16="http://schemas.microsoft.com/office/drawing/2014/main" id="{80D67767-7C5B-F5EF-4507-4760D0AE38E5}"/>
              </a:ext>
            </a:extLst>
          </p:cNvPr>
          <p:cNvSpPr/>
          <p:nvPr/>
        </p:nvSpPr>
        <p:spPr>
          <a:xfrm>
            <a:off x="3157727" y="4224528"/>
            <a:ext cx="2139696" cy="457200"/>
          </a:xfrm>
          <a:prstGeom prst="rect">
            <a:avLst/>
          </a:prstGeom>
          <a:solidFill>
            <a:schemeClr val="bg1">
              <a:lumMod val="95000"/>
            </a:schemeClr>
          </a:solidFill>
          <a:ln w="6350">
            <a:solidFill>
              <a:srgbClr val="A6A6A6"/>
            </a:solidFill>
          </a:ln>
        </p:spPr>
        <p:style>
          <a:lnRef idx="1">
            <a:schemeClr val="accent1"/>
          </a:lnRef>
          <a:fillRef idx="3">
            <a:schemeClr val="accent1"/>
          </a:fillRef>
          <a:effectRef idx="2">
            <a:schemeClr val="accent1"/>
          </a:effectRef>
          <a:fontRef idx="minor">
            <a:schemeClr val="lt1"/>
          </a:fontRef>
        </p:style>
        <p:txBody>
          <a:bodyPr wrap="square" lIns="101600" tIns="50800" rtlCol="0" anchor="ctr"/>
          <a:lstStyle/>
          <a:p>
            <a:pPr algn="ctr"/>
            <a:r>
              <a:rPr sz="1200" b="1" dirty="0">
                <a:solidFill>
                  <a:schemeClr val="tx1"/>
                </a:solidFill>
                <a:latin typeface="Arial Bold" panose="020B0704020202020204" pitchFamily="34" charset="0"/>
              </a:rPr>
              <a:t>Datasheets &amp; More</a:t>
            </a:r>
          </a:p>
          <a:p>
            <a:pPr algn="ctr">
              <a:spcBef>
                <a:spcPts val="100"/>
              </a:spcBef>
            </a:pPr>
            <a:r>
              <a:rPr sz="1050" dirty="0">
                <a:solidFill>
                  <a:srgbClr val="595959"/>
                </a:solidFill>
                <a:latin typeface="Arial" panose="020B0604020202020204" pitchFamily="34" charset="0"/>
              </a:rPr>
              <a:t>Specs, wiki, ARs</a:t>
            </a:r>
          </a:p>
        </p:txBody>
      </p:sp>
      <p:sp>
        <p:nvSpPr>
          <p:cNvPr id="62" name="TextBox 61">
            <a:extLst>
              <a:ext uri="{FF2B5EF4-FFF2-40B4-BE49-F238E27FC236}">
                <a16:creationId xmlns:a16="http://schemas.microsoft.com/office/drawing/2014/main" id="{F44A32AD-D605-3F22-4C4C-4ED2F74BADE6}"/>
              </a:ext>
            </a:extLst>
          </p:cNvPr>
          <p:cNvSpPr txBox="1"/>
          <p:nvPr/>
        </p:nvSpPr>
        <p:spPr>
          <a:xfrm>
            <a:off x="908303" y="4837176"/>
            <a:ext cx="4389120" cy="1077218"/>
          </a:xfrm>
          <a:prstGeom prst="rect">
            <a:avLst/>
          </a:prstGeom>
          <a:noFill/>
        </p:spPr>
        <p:txBody>
          <a:bodyPr wrap="square" lIns="0" tIns="0" rIns="0" bIns="0">
            <a:spAutoFit/>
          </a:bodyPr>
          <a:lstStyle/>
          <a:p>
            <a:pPr marL="171450" indent="-171450">
              <a:spcBef>
                <a:spcPts val="400"/>
              </a:spcBef>
              <a:buFont typeface="Arial" panose="020B0604020202020204" pitchFamily="34" charset="0"/>
              <a:buChar char="•"/>
            </a:pPr>
            <a:r>
              <a:rPr sz="1200" dirty="0">
                <a:latin typeface="Arial"/>
              </a:rPr>
              <a:t>Multi-GB vectorized database with semantic search (RAG)</a:t>
            </a:r>
          </a:p>
          <a:p>
            <a:pPr marL="171450" indent="-171450">
              <a:spcBef>
                <a:spcPts val="400"/>
              </a:spcBef>
              <a:buFont typeface="Arial" panose="020B0604020202020204" pitchFamily="34" charset="0"/>
              <a:buChar char="•"/>
            </a:pPr>
            <a:r>
              <a:rPr lang="en-US" sz="1200" dirty="0">
                <a:latin typeface="Arial"/>
              </a:rPr>
              <a:t>Vivado IDE</a:t>
            </a:r>
            <a:r>
              <a:rPr sz="1200" dirty="0">
                <a:latin typeface="Arial"/>
              </a:rPr>
              <a:t>, </a:t>
            </a:r>
            <a:r>
              <a:rPr lang="en-US" sz="1200" dirty="0">
                <a:latin typeface="Arial"/>
              </a:rPr>
              <a:t>Vitis software platform</a:t>
            </a:r>
            <a:r>
              <a:rPr sz="1200" dirty="0">
                <a:latin typeface="Arial"/>
              </a:rPr>
              <a:t>, PDM, ChipScope, Model Composer docs</a:t>
            </a:r>
          </a:p>
          <a:p>
            <a:pPr marL="171450" indent="-171450">
              <a:spcBef>
                <a:spcPts val="400"/>
              </a:spcBef>
              <a:buFont typeface="Arial" panose="020B0604020202020204" pitchFamily="34" charset="0"/>
              <a:buChar char="•"/>
            </a:pPr>
            <a:r>
              <a:rPr sz="1200" dirty="0">
                <a:latin typeface="Arial"/>
              </a:rPr>
              <a:t>Runs as Docker</a:t>
            </a:r>
            <a:r>
              <a:rPr lang="en-US" sz="1200" dirty="0">
                <a:latin typeface="Arial"/>
              </a:rPr>
              <a:t>®</a:t>
            </a:r>
            <a:r>
              <a:rPr sz="1200" dirty="0">
                <a:latin typeface="Arial"/>
              </a:rPr>
              <a:t> container—local or remote deployment</a:t>
            </a:r>
          </a:p>
          <a:p>
            <a:pPr marL="171450" indent="-171450">
              <a:spcBef>
                <a:spcPts val="400"/>
              </a:spcBef>
              <a:buFont typeface="Arial" panose="020B0604020202020204" pitchFamily="34" charset="0"/>
              <a:buChar char="•"/>
            </a:pPr>
            <a:r>
              <a:rPr sz="1200" dirty="0">
                <a:latin typeface="Arial"/>
              </a:rPr>
              <a:t>Context-aware results ranked by relevance</a:t>
            </a:r>
          </a:p>
        </p:txBody>
      </p:sp>
      <p:sp>
        <p:nvSpPr>
          <p:cNvPr id="63" name="Rounded Rectangle 1042">
            <a:extLst>
              <a:ext uri="{FF2B5EF4-FFF2-40B4-BE49-F238E27FC236}">
                <a16:creationId xmlns:a16="http://schemas.microsoft.com/office/drawing/2014/main" id="{5CF23554-5EA2-8D85-0EA5-8C22BF166A2B}"/>
              </a:ext>
            </a:extLst>
          </p:cNvPr>
          <p:cNvSpPr/>
          <p:nvPr/>
        </p:nvSpPr>
        <p:spPr>
          <a:xfrm>
            <a:off x="6577583" y="1188720"/>
            <a:ext cx="5029200" cy="2316480"/>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77800" tIns="127000" rtlCol="0" anchor="t"/>
          <a:lstStyle/>
          <a:p>
            <a:pPr algn="ctr"/>
            <a:r>
              <a:rPr lang="en-US" sz="1600" b="1" dirty="0">
                <a:solidFill>
                  <a:schemeClr val="accent6">
                    <a:lumMod val="75000"/>
                  </a:schemeClr>
                </a:solidFill>
                <a:latin typeface="Arial Bold" panose="020B0704020202020204" pitchFamily="34" charset="0"/>
              </a:rPr>
              <a:t>MCP Client IDEs</a:t>
            </a:r>
          </a:p>
        </p:txBody>
      </p:sp>
      <p:sp>
        <p:nvSpPr>
          <p:cNvPr id="72" name="Rounded Rectangle 1042">
            <a:extLst>
              <a:ext uri="{FF2B5EF4-FFF2-40B4-BE49-F238E27FC236}">
                <a16:creationId xmlns:a16="http://schemas.microsoft.com/office/drawing/2014/main" id="{B8E998A9-FB68-D8BC-BE3F-97ED3023C1CA}"/>
              </a:ext>
            </a:extLst>
          </p:cNvPr>
          <p:cNvSpPr/>
          <p:nvPr/>
        </p:nvSpPr>
        <p:spPr>
          <a:xfrm>
            <a:off x="6577583" y="4084320"/>
            <a:ext cx="5029200" cy="2316480"/>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77800" tIns="127000" rtlCol="0" anchor="t"/>
          <a:lstStyle/>
          <a:p>
            <a:pPr algn="ctr"/>
            <a:r>
              <a:rPr lang="en-US" sz="1600" b="1" dirty="0">
                <a:solidFill>
                  <a:schemeClr val="accent6">
                    <a:lumMod val="75000"/>
                  </a:schemeClr>
                </a:solidFill>
                <a:latin typeface="Arial Bold" panose="020B0704020202020204" pitchFamily="34" charset="0"/>
              </a:rPr>
              <a:t>MCP Client CLIs</a:t>
            </a:r>
          </a:p>
        </p:txBody>
      </p:sp>
      <p:sp>
        <p:nvSpPr>
          <p:cNvPr id="77" name="Arrow: Pentagon 76">
            <a:extLst>
              <a:ext uri="{FF2B5EF4-FFF2-40B4-BE49-F238E27FC236}">
                <a16:creationId xmlns:a16="http://schemas.microsoft.com/office/drawing/2014/main" id="{500ABEAE-A5CE-FCB1-2443-387D134DADCE}"/>
              </a:ext>
            </a:extLst>
          </p:cNvPr>
          <p:cNvSpPr/>
          <p:nvPr/>
        </p:nvSpPr>
        <p:spPr bwMode="auto">
          <a:xfrm>
            <a:off x="5775634" y="5114544"/>
            <a:ext cx="643777" cy="256032"/>
          </a:xfrm>
          <a:prstGeom prst="homePlat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D" sz="1200" dirty="0">
                <a:gradFill>
                  <a:gsLst>
                    <a:gs pos="0">
                      <a:srgbClr val="FFFFFF"/>
                    </a:gs>
                    <a:gs pos="100000">
                      <a:srgbClr val="FFFFFF"/>
                    </a:gs>
                  </a:gsLst>
                  <a:lin ang="5400000" scaled="0"/>
                </a:gradFill>
                <a:latin typeface="Arial" panose="020B0604020202020204" pitchFamily="34" charset="0"/>
                <a:ea typeface="Segoe UI" pitchFamily="34" charset="0"/>
                <a:cs typeface="Segoe UI" pitchFamily="34" charset="0"/>
              </a:rPr>
              <a:t>MCP</a:t>
            </a:r>
          </a:p>
        </p:txBody>
      </p:sp>
      <p:sp>
        <p:nvSpPr>
          <p:cNvPr id="78" name="Arrow: Pentagon 77">
            <a:extLst>
              <a:ext uri="{FF2B5EF4-FFF2-40B4-BE49-F238E27FC236}">
                <a16:creationId xmlns:a16="http://schemas.microsoft.com/office/drawing/2014/main" id="{F7AB194C-9C96-9AC3-6606-3846ACD16427}"/>
              </a:ext>
            </a:extLst>
          </p:cNvPr>
          <p:cNvSpPr/>
          <p:nvPr/>
        </p:nvSpPr>
        <p:spPr bwMode="auto">
          <a:xfrm>
            <a:off x="5775634" y="2218944"/>
            <a:ext cx="643777" cy="256032"/>
          </a:xfrm>
          <a:prstGeom prst="homePlat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D" sz="1200" dirty="0">
                <a:gradFill>
                  <a:gsLst>
                    <a:gs pos="0">
                      <a:srgbClr val="FFFFFF"/>
                    </a:gs>
                    <a:gs pos="100000">
                      <a:srgbClr val="FFFFFF"/>
                    </a:gs>
                  </a:gsLst>
                  <a:lin ang="5400000" scaled="0"/>
                </a:gradFill>
                <a:latin typeface="Arial" panose="020B0604020202020204" pitchFamily="34" charset="0"/>
                <a:ea typeface="Segoe UI" pitchFamily="34" charset="0"/>
                <a:cs typeface="Segoe UI" pitchFamily="34" charset="0"/>
              </a:rPr>
              <a:t>MCP</a:t>
            </a:r>
          </a:p>
        </p:txBody>
      </p:sp>
      <p:sp>
        <p:nvSpPr>
          <p:cNvPr id="3" name="Rectangle: Rounded Corners 2">
            <a:extLst>
              <a:ext uri="{FF2B5EF4-FFF2-40B4-BE49-F238E27FC236}">
                <a16:creationId xmlns:a16="http://schemas.microsoft.com/office/drawing/2014/main" id="{4044E5EB-8FAA-88FC-274E-A086650CCE3F}"/>
              </a:ext>
            </a:extLst>
          </p:cNvPr>
          <p:cNvSpPr/>
          <p:nvPr/>
        </p:nvSpPr>
        <p:spPr bwMode="auto">
          <a:xfrm>
            <a:off x="6840427" y="1895130"/>
            <a:ext cx="1329251"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Claude Desktop</a:t>
            </a:r>
          </a:p>
        </p:txBody>
      </p:sp>
      <p:sp>
        <p:nvSpPr>
          <p:cNvPr id="4" name="Rectangle: Rounded Corners 3">
            <a:extLst>
              <a:ext uri="{FF2B5EF4-FFF2-40B4-BE49-F238E27FC236}">
                <a16:creationId xmlns:a16="http://schemas.microsoft.com/office/drawing/2014/main" id="{BEDE75AA-6464-7EC5-EC59-C25ED7097C31}"/>
              </a:ext>
            </a:extLst>
          </p:cNvPr>
          <p:cNvSpPr/>
          <p:nvPr/>
        </p:nvSpPr>
        <p:spPr bwMode="auto">
          <a:xfrm>
            <a:off x="8419082" y="1895130"/>
            <a:ext cx="1325880"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Cursor</a:t>
            </a:r>
          </a:p>
        </p:txBody>
      </p:sp>
      <p:sp>
        <p:nvSpPr>
          <p:cNvPr id="5" name="Rectangle: Rounded Corners 4">
            <a:extLst>
              <a:ext uri="{FF2B5EF4-FFF2-40B4-BE49-F238E27FC236}">
                <a16:creationId xmlns:a16="http://schemas.microsoft.com/office/drawing/2014/main" id="{BDCFCDFD-87ED-A323-DC80-A7B505053D0D}"/>
              </a:ext>
            </a:extLst>
          </p:cNvPr>
          <p:cNvSpPr/>
          <p:nvPr/>
        </p:nvSpPr>
        <p:spPr bwMode="auto">
          <a:xfrm>
            <a:off x="9993984" y="1895130"/>
            <a:ext cx="1325880"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VS Code</a:t>
            </a:r>
          </a:p>
        </p:txBody>
      </p:sp>
      <p:sp>
        <p:nvSpPr>
          <p:cNvPr id="6" name="Rectangle: Rounded Corners 5">
            <a:extLst>
              <a:ext uri="{FF2B5EF4-FFF2-40B4-BE49-F238E27FC236}">
                <a16:creationId xmlns:a16="http://schemas.microsoft.com/office/drawing/2014/main" id="{F621FF20-C690-737C-9D77-08B7181BC482}"/>
              </a:ext>
            </a:extLst>
          </p:cNvPr>
          <p:cNvSpPr/>
          <p:nvPr/>
        </p:nvSpPr>
        <p:spPr bwMode="auto">
          <a:xfrm>
            <a:off x="7643067" y="2693653"/>
            <a:ext cx="1329251"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Windsurf</a:t>
            </a:r>
          </a:p>
        </p:txBody>
      </p:sp>
      <p:sp>
        <p:nvSpPr>
          <p:cNvPr id="7" name="Rectangle: Rounded Corners 6">
            <a:extLst>
              <a:ext uri="{FF2B5EF4-FFF2-40B4-BE49-F238E27FC236}">
                <a16:creationId xmlns:a16="http://schemas.microsoft.com/office/drawing/2014/main" id="{2114E8D1-CEBD-8A0D-A1FB-B2C470B45A4C}"/>
              </a:ext>
            </a:extLst>
          </p:cNvPr>
          <p:cNvSpPr/>
          <p:nvPr/>
        </p:nvSpPr>
        <p:spPr bwMode="auto">
          <a:xfrm>
            <a:off x="9221722" y="2693653"/>
            <a:ext cx="1325880"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Antigravity</a:t>
            </a:r>
          </a:p>
        </p:txBody>
      </p:sp>
      <p:sp>
        <p:nvSpPr>
          <p:cNvPr id="8" name="Rectangle: Rounded Corners 7">
            <a:extLst>
              <a:ext uri="{FF2B5EF4-FFF2-40B4-BE49-F238E27FC236}">
                <a16:creationId xmlns:a16="http://schemas.microsoft.com/office/drawing/2014/main" id="{CE5BC455-578F-A546-FEC1-672588EBCBC5}"/>
              </a:ext>
            </a:extLst>
          </p:cNvPr>
          <p:cNvSpPr/>
          <p:nvPr/>
        </p:nvSpPr>
        <p:spPr bwMode="auto">
          <a:xfrm>
            <a:off x="7643067" y="4837176"/>
            <a:ext cx="1329251"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Claude Code</a:t>
            </a:r>
          </a:p>
        </p:txBody>
      </p:sp>
      <p:sp>
        <p:nvSpPr>
          <p:cNvPr id="9" name="Rectangle: Rounded Corners 8">
            <a:extLst>
              <a:ext uri="{FF2B5EF4-FFF2-40B4-BE49-F238E27FC236}">
                <a16:creationId xmlns:a16="http://schemas.microsoft.com/office/drawing/2014/main" id="{998A3E98-523F-AA7F-BD99-E01BF9C9A47A}"/>
              </a:ext>
            </a:extLst>
          </p:cNvPr>
          <p:cNvSpPr/>
          <p:nvPr/>
        </p:nvSpPr>
        <p:spPr bwMode="auto">
          <a:xfrm>
            <a:off x="9221722" y="4837176"/>
            <a:ext cx="1325880"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Cursor CLI</a:t>
            </a:r>
          </a:p>
        </p:txBody>
      </p:sp>
      <p:sp>
        <p:nvSpPr>
          <p:cNvPr id="10" name="Rectangle: Rounded Corners 9">
            <a:extLst>
              <a:ext uri="{FF2B5EF4-FFF2-40B4-BE49-F238E27FC236}">
                <a16:creationId xmlns:a16="http://schemas.microsoft.com/office/drawing/2014/main" id="{4F6D9C8D-FBFC-C5BE-2EB0-25700BC8CC60}"/>
              </a:ext>
            </a:extLst>
          </p:cNvPr>
          <p:cNvSpPr/>
          <p:nvPr/>
        </p:nvSpPr>
        <p:spPr bwMode="auto">
          <a:xfrm>
            <a:off x="8427557" y="5590032"/>
            <a:ext cx="1329251" cy="438912"/>
          </a:xfrm>
          <a:prstGeom prst="roundRect">
            <a:avLst/>
          </a:prstGeom>
          <a:solidFill>
            <a:schemeClr val="accent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pitchFamily="34" charset="0"/>
              </a:rPr>
              <a:t>GitHub Copilot CLI</a:t>
            </a:r>
          </a:p>
        </p:txBody>
      </p:sp>
      <p:cxnSp>
        <p:nvCxnSpPr>
          <p:cNvPr id="12" name="Straight Connector 11">
            <a:extLst>
              <a:ext uri="{FF2B5EF4-FFF2-40B4-BE49-F238E27FC236}">
                <a16:creationId xmlns:a16="http://schemas.microsoft.com/office/drawing/2014/main" id="{C7A4A989-FCA9-1603-D971-0E50B1B76300}"/>
              </a:ext>
            </a:extLst>
          </p:cNvPr>
          <p:cNvCxnSpPr>
            <a:stCxn id="49" idx="2"/>
          </p:cNvCxnSpPr>
          <p:nvPr/>
        </p:nvCxnSpPr>
        <p:spPr>
          <a:xfrm flipH="1">
            <a:off x="1482291" y="2971800"/>
            <a:ext cx="5132" cy="182880"/>
          </a:xfrm>
          <a:prstGeom prst="line">
            <a:avLst/>
          </a:prstGeom>
          <a:ln>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0588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BEC65-2403-94BB-B3BD-FCC717F33B4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7872BF0-D015-B1AA-0071-A049FD878B0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A7872BF0-D015-B1AA-0071-A049FD878B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9E54246-B8B6-AF4D-F259-B93AC3A2026F}"/>
              </a:ext>
            </a:extLst>
          </p:cNvPr>
          <p:cNvSpPr>
            <a:spLocks noGrp="1"/>
          </p:cNvSpPr>
          <p:nvPr>
            <p:ph type="title"/>
          </p:nvPr>
        </p:nvSpPr>
        <p:spPr/>
        <p:txBody>
          <a:bodyPr vert="horz" wrap="square" anchor="t">
            <a:normAutofit/>
          </a:bodyPr>
          <a:lstStyle/>
          <a:p>
            <a:r>
              <a:rPr lang="en-US" dirty="0">
                <a:latin typeface="Arial Bold" panose="020B0704020202020204" pitchFamily="34" charset="0"/>
              </a:rPr>
              <a:t>Agenda</a:t>
            </a:r>
          </a:p>
        </p:txBody>
      </p:sp>
      <p:grpSp>
        <p:nvGrpSpPr>
          <p:cNvPr id="3" name="Group 2">
            <a:extLst>
              <a:ext uri="{FF2B5EF4-FFF2-40B4-BE49-F238E27FC236}">
                <a16:creationId xmlns:a16="http://schemas.microsoft.com/office/drawing/2014/main" id="{125DA9A2-5F22-EA44-D2B3-5E9B335713AA}"/>
              </a:ext>
            </a:extLst>
          </p:cNvPr>
          <p:cNvGrpSpPr/>
          <p:nvPr/>
        </p:nvGrpSpPr>
        <p:grpSpPr>
          <a:xfrm>
            <a:off x="4648200" y="4442167"/>
            <a:ext cx="6959601" cy="1009195"/>
            <a:chOff x="4648200" y="4045118"/>
            <a:chExt cx="6959601" cy="1009195"/>
          </a:xfrm>
        </p:grpSpPr>
        <p:cxnSp>
          <p:nvCxnSpPr>
            <p:cNvPr id="11" name="Straight Connector 10">
              <a:extLst>
                <a:ext uri="{FF2B5EF4-FFF2-40B4-BE49-F238E27FC236}">
                  <a16:creationId xmlns:a16="http://schemas.microsoft.com/office/drawing/2014/main" id="{A5570E6B-15AC-B3B7-2550-ACE9934376A4}"/>
                </a:ext>
              </a:extLst>
            </p:cNvPr>
            <p:cNvCxnSpPr>
              <a:cxnSpLocks/>
            </p:cNvCxnSpPr>
            <p:nvPr/>
          </p:nvCxnSpPr>
          <p:spPr>
            <a:xfrm>
              <a:off x="5140960" y="4045118"/>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Diagonal Corners Snipped 11">
              <a:extLst>
                <a:ext uri="{FF2B5EF4-FFF2-40B4-BE49-F238E27FC236}">
                  <a16:creationId xmlns:a16="http://schemas.microsoft.com/office/drawing/2014/main" id="{E698EEA1-A819-2B41-46F3-B1A3B5A608BE}"/>
                </a:ext>
              </a:extLst>
            </p:cNvPr>
            <p:cNvSpPr/>
            <p:nvPr/>
          </p:nvSpPr>
          <p:spPr bwMode="auto">
            <a:xfrm>
              <a:off x="4648200" y="4125483"/>
              <a:ext cx="288000" cy="28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E7205912-AF18-E154-46D7-5E1053939D5F}"/>
                </a:ext>
              </a:extLst>
            </p:cNvPr>
            <p:cNvSpPr txBox="1"/>
            <p:nvPr/>
          </p:nvSpPr>
          <p:spPr>
            <a:xfrm>
              <a:off x="5140960" y="4161761"/>
              <a:ext cx="6466841" cy="892552"/>
            </a:xfrm>
            <a:prstGeom prst="rect">
              <a:avLst/>
            </a:prstGeom>
            <a:noFill/>
          </p:spPr>
          <p:txBody>
            <a:bodyPr wrap="square" lIns="0" tIns="0" rIns="0" bIns="0" anchor="t">
              <a:spAutoFit/>
            </a:bodyPr>
            <a:lstStyle/>
            <a:p>
              <a:pPr>
                <a:spcAft>
                  <a:spcPts val="600"/>
                </a:spcAft>
              </a:pPr>
              <a:r>
                <a:rPr lang="en-US" sz="1600" b="1" dirty="0">
                  <a:latin typeface="+mj-lt"/>
                </a:rPr>
                <a:t>Knowledge &amp; Intelligence</a:t>
              </a:r>
            </a:p>
            <a:p>
              <a:pPr marL="285750" lvl="0" indent="-285750">
                <a:spcAft>
                  <a:spcPts val="600"/>
                </a:spcAft>
                <a:buFont typeface="Arial" panose="020B0604020202020204" pitchFamily="34" charset="0"/>
                <a:buChar char="•"/>
              </a:pPr>
              <a:r>
                <a:rPr lang="en-US" sz="1600" dirty="0">
                  <a:latin typeface="+mj-lt"/>
                </a:rPr>
                <a:t>Vivado </a:t>
              </a:r>
              <a:r>
                <a:rPr lang="en-US" sz="1600" dirty="0"/>
                <a:t>IDE</a:t>
              </a:r>
              <a:r>
                <a:rPr lang="en-US" sz="1600" dirty="0">
                  <a:latin typeface="+mj-lt"/>
                </a:rPr>
                <a:t> docs search + knowledge base</a:t>
              </a:r>
            </a:p>
            <a:p>
              <a:pPr marL="285750" lvl="0" indent="-285750">
                <a:spcAft>
                  <a:spcPts val="600"/>
                </a:spcAft>
                <a:buFont typeface="Arial" panose="020B0604020202020204" pitchFamily="34" charset="0"/>
                <a:buChar char="•"/>
              </a:pPr>
              <a:r>
                <a:rPr lang="en-US" sz="1600" dirty="0">
                  <a:latin typeface="+mj-lt"/>
                </a:rPr>
                <a:t>Quality &amp; benchmarking (Trustworthiness of retrieval)</a:t>
              </a:r>
            </a:p>
          </p:txBody>
        </p:sp>
      </p:grpSp>
      <p:grpSp>
        <p:nvGrpSpPr>
          <p:cNvPr id="14" name="Group 13">
            <a:extLst>
              <a:ext uri="{FF2B5EF4-FFF2-40B4-BE49-F238E27FC236}">
                <a16:creationId xmlns:a16="http://schemas.microsoft.com/office/drawing/2014/main" id="{597E1DA6-D0EE-6800-6682-9F3347953E98}"/>
              </a:ext>
            </a:extLst>
          </p:cNvPr>
          <p:cNvGrpSpPr/>
          <p:nvPr/>
        </p:nvGrpSpPr>
        <p:grpSpPr>
          <a:xfrm>
            <a:off x="4648200" y="2131029"/>
            <a:ext cx="6959601" cy="928830"/>
            <a:chOff x="4648200" y="2131029"/>
            <a:chExt cx="6959601" cy="928830"/>
          </a:xfrm>
        </p:grpSpPr>
        <p:sp>
          <p:nvSpPr>
            <p:cNvPr id="15" name="Rectangle: Diagonal Corners Snipped 14">
              <a:extLst>
                <a:ext uri="{FF2B5EF4-FFF2-40B4-BE49-F238E27FC236}">
                  <a16:creationId xmlns:a16="http://schemas.microsoft.com/office/drawing/2014/main" id="{4CFD2DDF-CF97-A257-32E8-ED383DF7ED48}"/>
                </a:ext>
              </a:extLst>
            </p:cNvPr>
            <p:cNvSpPr/>
            <p:nvPr/>
          </p:nvSpPr>
          <p:spPr bwMode="auto">
            <a:xfrm>
              <a:off x="4648200" y="2131029"/>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1</a:t>
              </a:r>
            </a:p>
          </p:txBody>
        </p:sp>
        <p:sp>
          <p:nvSpPr>
            <p:cNvPr id="16" name="TextBox 15">
              <a:extLst>
                <a:ext uri="{FF2B5EF4-FFF2-40B4-BE49-F238E27FC236}">
                  <a16:creationId xmlns:a16="http://schemas.microsoft.com/office/drawing/2014/main" id="{A1D7633D-DF5F-8043-A8DD-2D2E91F7EF69}"/>
                </a:ext>
              </a:extLst>
            </p:cNvPr>
            <p:cNvSpPr txBox="1"/>
            <p:nvPr/>
          </p:nvSpPr>
          <p:spPr>
            <a:xfrm>
              <a:off x="5140960" y="2167307"/>
              <a:ext cx="6466841" cy="892552"/>
            </a:xfrm>
            <a:prstGeom prst="rect">
              <a:avLst/>
            </a:prstGeom>
            <a:noFill/>
          </p:spPr>
          <p:txBody>
            <a:bodyPr wrap="square" lIns="0" tIns="0" rIns="0" bIns="0" anchor="t">
              <a:spAutoFit/>
            </a:bodyPr>
            <a:lstStyle/>
            <a:p>
              <a:pPr>
                <a:spcAft>
                  <a:spcPts val="600"/>
                </a:spcAft>
              </a:pPr>
              <a:r>
                <a:rPr lang="en-US" sz="1600" b="1" dirty="0">
                  <a:latin typeface="+mj-lt"/>
                </a:rPr>
                <a:t>Agentic AI is Here</a:t>
              </a:r>
            </a:p>
            <a:p>
              <a:pPr marL="285750" lvl="0" indent="-285750">
                <a:spcAft>
                  <a:spcPts val="600"/>
                </a:spcAft>
                <a:buFont typeface="Arial" panose="020B0604020202020204" pitchFamily="34" charset="0"/>
                <a:buChar char="•"/>
              </a:pPr>
              <a:r>
                <a:rPr lang="en-US" sz="1600" dirty="0">
                  <a:latin typeface="+mj-lt"/>
                </a:rPr>
                <a:t>What Vivado™ AI Assistant is</a:t>
              </a:r>
            </a:p>
            <a:p>
              <a:pPr marL="285750" lvl="0" indent="-285750">
                <a:spcAft>
                  <a:spcPts val="600"/>
                </a:spcAft>
                <a:buFont typeface="Arial" panose="020B0604020202020204" pitchFamily="34" charset="0"/>
                <a:buChar char="•"/>
              </a:pPr>
              <a:r>
                <a:rPr lang="en-US" sz="1600" dirty="0">
                  <a:latin typeface="+mj-lt"/>
                </a:rPr>
                <a:t>Productivity multiplier</a:t>
              </a:r>
            </a:p>
          </p:txBody>
        </p:sp>
      </p:grpSp>
      <p:grpSp>
        <p:nvGrpSpPr>
          <p:cNvPr id="18" name="Group 17">
            <a:extLst>
              <a:ext uri="{FF2B5EF4-FFF2-40B4-BE49-F238E27FC236}">
                <a16:creationId xmlns:a16="http://schemas.microsoft.com/office/drawing/2014/main" id="{521BF0AA-554F-2B81-073E-44138BAA367F}"/>
              </a:ext>
            </a:extLst>
          </p:cNvPr>
          <p:cNvGrpSpPr/>
          <p:nvPr/>
        </p:nvGrpSpPr>
        <p:grpSpPr>
          <a:xfrm>
            <a:off x="4648200" y="3204306"/>
            <a:ext cx="6959601" cy="1009195"/>
            <a:chOff x="4648200" y="3047891"/>
            <a:chExt cx="6959601" cy="1009195"/>
          </a:xfrm>
        </p:grpSpPr>
        <p:cxnSp>
          <p:nvCxnSpPr>
            <p:cNvPr id="19" name="Straight Connector 18">
              <a:extLst>
                <a:ext uri="{FF2B5EF4-FFF2-40B4-BE49-F238E27FC236}">
                  <a16:creationId xmlns:a16="http://schemas.microsoft.com/office/drawing/2014/main" id="{9B7278B6-F1FF-6904-58E3-86B6A8E8AB28}"/>
                </a:ext>
              </a:extLst>
            </p:cNvPr>
            <p:cNvCxnSpPr>
              <a:cxnSpLocks/>
            </p:cNvCxnSpPr>
            <p:nvPr/>
          </p:nvCxnSpPr>
          <p:spPr>
            <a:xfrm>
              <a:off x="5140960" y="30478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Rectangle: Diagonal Corners Snipped 19">
              <a:extLst>
                <a:ext uri="{FF2B5EF4-FFF2-40B4-BE49-F238E27FC236}">
                  <a16:creationId xmlns:a16="http://schemas.microsoft.com/office/drawing/2014/main" id="{39F6E759-9D73-5737-9BE6-5E345182CB67}"/>
                </a:ext>
              </a:extLst>
            </p:cNvPr>
            <p:cNvSpPr/>
            <p:nvPr/>
          </p:nvSpPr>
          <p:spPr bwMode="auto">
            <a:xfrm>
              <a:off x="4648200" y="3128256"/>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2</a:t>
              </a:r>
            </a:p>
          </p:txBody>
        </p:sp>
        <p:sp>
          <p:nvSpPr>
            <p:cNvPr id="21" name="TextBox 20">
              <a:extLst>
                <a:ext uri="{FF2B5EF4-FFF2-40B4-BE49-F238E27FC236}">
                  <a16:creationId xmlns:a16="http://schemas.microsoft.com/office/drawing/2014/main" id="{4440C371-0AC1-4722-D8E7-9AA9F37D0E78}"/>
                </a:ext>
              </a:extLst>
            </p:cNvPr>
            <p:cNvSpPr txBox="1"/>
            <p:nvPr/>
          </p:nvSpPr>
          <p:spPr>
            <a:xfrm>
              <a:off x="5140960" y="3164534"/>
              <a:ext cx="6466841" cy="892552"/>
            </a:xfrm>
            <a:prstGeom prst="rect">
              <a:avLst/>
            </a:prstGeom>
            <a:noFill/>
          </p:spPr>
          <p:txBody>
            <a:bodyPr wrap="square" lIns="0" tIns="0" rIns="0" bIns="0" anchor="t">
              <a:spAutoFit/>
            </a:bodyPr>
            <a:lstStyle/>
            <a:p>
              <a:pPr>
                <a:spcAft>
                  <a:spcPts val="600"/>
                </a:spcAft>
              </a:pPr>
              <a:r>
                <a:rPr lang="en-US" sz="1600" b="1" dirty="0">
                  <a:latin typeface="+mj-lt"/>
                </a:rPr>
                <a:t>The AI Foundation</a:t>
              </a:r>
            </a:p>
            <a:p>
              <a:pPr marL="285750" lvl="0" indent="-285750">
                <a:spcAft>
                  <a:spcPts val="600"/>
                </a:spcAft>
                <a:buFont typeface="Arial" panose="020B0604020202020204" pitchFamily="34" charset="0"/>
                <a:buChar char="•"/>
              </a:pPr>
              <a:r>
                <a:rPr lang="en-US" sz="1600" dirty="0">
                  <a:latin typeface="+mj-lt"/>
                </a:rPr>
                <a:t>MCP + Agent Skills: The guiding principle</a:t>
              </a:r>
            </a:p>
            <a:p>
              <a:pPr marL="285750" lvl="0" indent="-285750">
                <a:spcAft>
                  <a:spcPts val="600"/>
                </a:spcAft>
                <a:buFont typeface="Arial" panose="020B0604020202020204" pitchFamily="34" charset="0"/>
                <a:buChar char="•"/>
              </a:pPr>
              <a:r>
                <a:rPr lang="en-US" sz="1600" dirty="0">
                  <a:latin typeface="+mj-lt"/>
                </a:rPr>
                <a:t>IDE/CLI-agnostic AMD Vivado MCP Server (EA)</a:t>
              </a:r>
            </a:p>
          </p:txBody>
        </p:sp>
      </p:grpSp>
    </p:spTree>
    <p:extLst>
      <p:ext uri="{BB962C8B-B14F-4D97-AF65-F5344CB8AC3E}">
        <p14:creationId xmlns:p14="http://schemas.microsoft.com/office/powerpoint/2010/main" val="188797837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8445BC75-A904-0997-DC32-49067809DFA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5" name="think-cell data - do not delete" hidden="1">
                        <a:extLst>
                          <a:ext uri="{FF2B5EF4-FFF2-40B4-BE49-F238E27FC236}">
                            <a16:creationId xmlns:a16="http://schemas.microsoft.com/office/drawing/2014/main" id="{8445BC75-A904-0997-DC32-49067809DF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FF3EAE-A52F-059F-B9BA-4971C159CA26}"/>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Access Knowledge Base: Real Questions, Expert Answers</a:t>
            </a:r>
            <a:endParaRPr lang="en-ID" dirty="0">
              <a:latin typeface="Arial Bold" panose="020B0704020202020204" pitchFamily="34" charset="0"/>
            </a:endParaRPr>
          </a:p>
        </p:txBody>
      </p:sp>
      <p:sp>
        <p:nvSpPr>
          <p:cNvPr id="24" name="TextBox 23">
            <a:extLst>
              <a:ext uri="{FF2B5EF4-FFF2-40B4-BE49-F238E27FC236}">
                <a16:creationId xmlns:a16="http://schemas.microsoft.com/office/drawing/2014/main" id="{A0F4844E-11EE-481D-D95B-25126B849CFC}"/>
              </a:ext>
            </a:extLst>
          </p:cNvPr>
          <p:cNvSpPr txBox="1"/>
          <p:nvPr/>
        </p:nvSpPr>
        <p:spPr>
          <a:xfrm>
            <a:off x="588263" y="5364700"/>
            <a:ext cx="11015474" cy="715579"/>
          </a:xfrm>
          <a:prstGeom prst="rect">
            <a:avLst/>
          </a:prstGeom>
          <a:solidFill>
            <a:schemeClr val="bg1">
              <a:lumMod val="95000"/>
            </a:schemeClr>
          </a:solidFill>
        </p:spPr>
        <p:txBody>
          <a:bodyPr wrap="square" anchor="ctr" anchorCtr="0">
            <a:noAutofit/>
          </a:bodyPr>
          <a:lstStyle/>
          <a:p>
            <a:pPr algn="ctr"/>
            <a:r>
              <a:rPr sz="1200" b="1" dirty="0">
                <a:solidFill>
                  <a:schemeClr val="accent4"/>
                </a:solidFill>
                <a:latin typeface="Arial Bold" panose="020B0704020202020204" pitchFamily="34" charset="0"/>
              </a:rPr>
              <a:t>Powered by RAG—</a:t>
            </a:r>
            <a:r>
              <a:rPr lang="en-US" sz="1200" dirty="0">
                <a:latin typeface="Arial" panose="020B0604020202020204" pitchFamily="34" charset="0"/>
              </a:rPr>
              <a:t>500</a:t>
            </a:r>
            <a:r>
              <a:rPr sz="1200" dirty="0">
                <a:latin typeface="Arial" panose="020B0604020202020204" pitchFamily="34" charset="0"/>
              </a:rPr>
              <a:t>+ User Guides, Application Notes &amp; Knowledge Base Articles</a:t>
            </a:r>
          </a:p>
          <a:p>
            <a:pPr algn="ctr"/>
            <a:r>
              <a:rPr sz="1200" dirty="0">
                <a:latin typeface="Arial" panose="020B0604020202020204" pitchFamily="34" charset="0"/>
              </a:rPr>
              <a:t>UG903 · UG904 · UG908 · UG949 · UG1387 · UG1388 · UG1504 · PG313 · DS957 · AM011 · UG901 · AR Articles · and more</a:t>
            </a:r>
          </a:p>
        </p:txBody>
      </p:sp>
      <p:sp>
        <p:nvSpPr>
          <p:cNvPr id="26" name="Rectangle: Diagonal Corners Snipped 25">
            <a:extLst>
              <a:ext uri="{FF2B5EF4-FFF2-40B4-BE49-F238E27FC236}">
                <a16:creationId xmlns:a16="http://schemas.microsoft.com/office/drawing/2014/main" id="{9C933267-3C6F-E783-B4BF-608FBC9FD2B0}"/>
              </a:ext>
            </a:extLst>
          </p:cNvPr>
          <p:cNvSpPr/>
          <p:nvPr/>
        </p:nvSpPr>
        <p:spPr bwMode="auto">
          <a:xfrm>
            <a:off x="588262" y="1436688"/>
            <a:ext cx="2489051" cy="430887"/>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400" dirty="0">
                <a:solidFill>
                  <a:srgbClr val="000000"/>
                </a:solidFill>
                <a:latin typeface="Arial" panose="020B0604020202020204" pitchFamily="34" charset="0"/>
              </a:rPr>
              <a:t>System Architect</a:t>
            </a:r>
          </a:p>
        </p:txBody>
      </p:sp>
      <p:sp>
        <p:nvSpPr>
          <p:cNvPr id="27" name="Rectangle: Diagonal Corners Snipped 26">
            <a:extLst>
              <a:ext uri="{FF2B5EF4-FFF2-40B4-BE49-F238E27FC236}">
                <a16:creationId xmlns:a16="http://schemas.microsoft.com/office/drawing/2014/main" id="{797FF64E-A800-CBBC-AE22-6698C0A00C51}"/>
              </a:ext>
            </a:extLst>
          </p:cNvPr>
          <p:cNvSpPr/>
          <p:nvPr/>
        </p:nvSpPr>
        <p:spPr bwMode="auto">
          <a:xfrm>
            <a:off x="3432287" y="1436688"/>
            <a:ext cx="2489051" cy="430887"/>
          </a:xfrm>
          <a:prstGeom prst="snip2Diag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r>
              <a:rPr lang="en-US" sz="1400" dirty="0">
                <a:solidFill>
                  <a:schemeClr val="bg1"/>
                </a:solidFill>
                <a:latin typeface="Arial" panose="020B0604020202020204" pitchFamily="34" charset="0"/>
              </a:rPr>
              <a:t>RTL Developer</a:t>
            </a:r>
          </a:p>
        </p:txBody>
      </p:sp>
      <p:sp>
        <p:nvSpPr>
          <p:cNvPr id="28" name="Rectangle: Diagonal Corners Snipped 27">
            <a:extLst>
              <a:ext uri="{FF2B5EF4-FFF2-40B4-BE49-F238E27FC236}">
                <a16:creationId xmlns:a16="http://schemas.microsoft.com/office/drawing/2014/main" id="{0C59CD09-22B3-3A6F-E2A9-96AE294410AE}"/>
              </a:ext>
            </a:extLst>
          </p:cNvPr>
          <p:cNvSpPr/>
          <p:nvPr/>
        </p:nvSpPr>
        <p:spPr bwMode="auto">
          <a:xfrm>
            <a:off x="6276312" y="1436688"/>
            <a:ext cx="2489051" cy="430887"/>
          </a:xfrm>
          <a:prstGeom prst="snip2Diag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08000" tIns="108000" rIns="108000" bIns="108000" numCol="1" spcCol="0" rtlCol="0" fromWordArt="0" anchor="ctr" anchorCtr="0" forceAA="0" compatLnSpc="1">
            <a:prstTxWarp prst="textNoShape">
              <a:avLst/>
            </a:prstTxWarp>
            <a:noAutofit/>
          </a:bodyPr>
          <a:lstStyle/>
          <a:p>
            <a:pPr algn="ctr"/>
            <a:r>
              <a:rPr lang="en-US" sz="1400" dirty="0">
                <a:solidFill>
                  <a:schemeClr val="bg1"/>
                </a:solidFill>
                <a:latin typeface="Arial" panose="020B0604020202020204" pitchFamily="34" charset="0"/>
              </a:rPr>
              <a:t>Timing Closure Specialist</a:t>
            </a:r>
          </a:p>
        </p:txBody>
      </p:sp>
      <p:sp>
        <p:nvSpPr>
          <p:cNvPr id="29" name="Rectangle: Diagonal Corners Snipped 28">
            <a:extLst>
              <a:ext uri="{FF2B5EF4-FFF2-40B4-BE49-F238E27FC236}">
                <a16:creationId xmlns:a16="http://schemas.microsoft.com/office/drawing/2014/main" id="{8AFD4186-CAB7-0033-A548-10C313EA2695}"/>
              </a:ext>
            </a:extLst>
          </p:cNvPr>
          <p:cNvSpPr/>
          <p:nvPr/>
        </p:nvSpPr>
        <p:spPr bwMode="auto">
          <a:xfrm>
            <a:off x="9120337" y="1436688"/>
            <a:ext cx="2489051" cy="430887"/>
          </a:xfrm>
          <a:prstGeom prst="snip2Diag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08000" tIns="108000" rIns="108000" bIns="108000" numCol="1" spcCol="0" rtlCol="0" fromWordArt="0" anchor="ctr" anchorCtr="0" forceAA="0" compatLnSpc="1">
            <a:prstTxWarp prst="textNoShape">
              <a:avLst/>
            </a:prstTxWarp>
            <a:noAutofit/>
          </a:bodyPr>
          <a:lstStyle/>
          <a:p>
            <a:pPr algn="ctr"/>
            <a:r>
              <a:rPr lang="en-US" sz="1400" dirty="0">
                <a:solidFill>
                  <a:schemeClr val="bg1"/>
                </a:solidFill>
                <a:latin typeface="Arial" panose="020B0604020202020204" pitchFamily="34" charset="0"/>
              </a:rPr>
              <a:t>Hardware Debug Specialist</a:t>
            </a:r>
          </a:p>
        </p:txBody>
      </p:sp>
      <p:sp>
        <p:nvSpPr>
          <p:cNvPr id="31" name="TextBox 30">
            <a:extLst>
              <a:ext uri="{FF2B5EF4-FFF2-40B4-BE49-F238E27FC236}">
                <a16:creationId xmlns:a16="http://schemas.microsoft.com/office/drawing/2014/main" id="{F997A150-730C-B54D-3002-B4A4B5E33156}"/>
              </a:ext>
            </a:extLst>
          </p:cNvPr>
          <p:cNvSpPr txBox="1"/>
          <p:nvPr/>
        </p:nvSpPr>
        <p:spPr>
          <a:xfrm>
            <a:off x="845820" y="2028284"/>
            <a:ext cx="2230041" cy="338554"/>
          </a:xfrm>
          <a:prstGeom prst="rect">
            <a:avLst/>
          </a:prstGeom>
          <a:noFill/>
        </p:spPr>
        <p:txBody>
          <a:bodyPr wrap="square" lIns="0" tIns="0" rIns="0" bIns="0">
            <a:spAutoFit/>
          </a:bodyPr>
          <a:lstStyle/>
          <a:p>
            <a:pPr algn="l">
              <a:spcAft>
                <a:spcPts val="100"/>
              </a:spcAft>
            </a:pPr>
            <a:r>
              <a:rPr sz="1100" b="1" dirty="0">
                <a:solidFill>
                  <a:srgbClr val="000000"/>
                </a:solidFill>
                <a:latin typeface="Arial Bold" panose="020B0704020202020204" pitchFamily="34" charset="0"/>
              </a:rPr>
              <a:t>How to configure NoC for optimal bandwidth?</a:t>
            </a:r>
          </a:p>
        </p:txBody>
      </p:sp>
      <p:sp>
        <p:nvSpPr>
          <p:cNvPr id="34" name="Line 290">
            <a:extLst>
              <a:ext uri="{FF2B5EF4-FFF2-40B4-BE49-F238E27FC236}">
                <a16:creationId xmlns:a16="http://schemas.microsoft.com/office/drawing/2014/main" id="{FD344B50-0EC7-A9CB-0FBA-1CDD71E70B22}"/>
              </a:ext>
            </a:extLst>
          </p:cNvPr>
          <p:cNvSpPr>
            <a:spLocks noChangeShapeType="1"/>
          </p:cNvSpPr>
          <p:nvPr/>
        </p:nvSpPr>
        <p:spPr bwMode="auto">
          <a:xfrm flipH="1">
            <a:off x="588263" y="2137362"/>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5" name="Freeform 291">
            <a:extLst>
              <a:ext uri="{FF2B5EF4-FFF2-40B4-BE49-F238E27FC236}">
                <a16:creationId xmlns:a16="http://schemas.microsoft.com/office/drawing/2014/main" id="{7576C4C0-225F-2B63-B1C6-53428F8A391A}"/>
              </a:ext>
            </a:extLst>
          </p:cNvPr>
          <p:cNvSpPr>
            <a:spLocks/>
          </p:cNvSpPr>
          <p:nvPr/>
        </p:nvSpPr>
        <p:spPr bwMode="auto">
          <a:xfrm flipV="1">
            <a:off x="588263" y="2137362"/>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36" name="TextBox 35">
            <a:extLst>
              <a:ext uri="{FF2B5EF4-FFF2-40B4-BE49-F238E27FC236}">
                <a16:creationId xmlns:a16="http://schemas.microsoft.com/office/drawing/2014/main" id="{B8FE8F9E-19A0-5F34-E2CA-5BA0C47D065E}"/>
              </a:ext>
            </a:extLst>
          </p:cNvPr>
          <p:cNvSpPr txBox="1"/>
          <p:nvPr/>
        </p:nvSpPr>
        <p:spPr>
          <a:xfrm>
            <a:off x="588262" y="2520101"/>
            <a:ext cx="2487600" cy="715581"/>
          </a:xfrm>
          <a:prstGeom prst="rect">
            <a:avLst/>
          </a:prstGeom>
          <a:noFill/>
        </p:spPr>
        <p:txBody>
          <a:bodyPr wrap="square" lIns="0" tIns="0" rIns="0" bIns="0">
            <a:spAutoFit/>
          </a:bodyPr>
          <a:lstStyle/>
          <a:p>
            <a:pPr algn="l">
              <a:spcAft>
                <a:spcPts val="200"/>
              </a:spcAft>
            </a:pPr>
            <a:r>
              <a:rPr sz="1100" dirty="0">
                <a:solidFill>
                  <a:srgbClr val="007A8C"/>
                </a:solidFill>
                <a:latin typeface="Arial" panose="020B0604020202020204" pitchFamily="34" charset="0"/>
              </a:rPr>
              <a:t>→ UG1388, UG1504, PG313</a:t>
            </a:r>
          </a:p>
          <a:p>
            <a:pPr algn="l">
              <a:spcAft>
                <a:spcPts val="100"/>
              </a:spcAft>
            </a:pPr>
            <a:r>
              <a:rPr sz="1100" dirty="0">
                <a:latin typeface="Arial" panose="020B0604020202020204" pitchFamily="34" charset="0"/>
              </a:rPr>
              <a:t>Use traffic classes (Best Effort, Isochronous, Low Latency)</a:t>
            </a:r>
          </a:p>
          <a:p>
            <a:pPr algn="l"/>
            <a:r>
              <a:rPr sz="1100" dirty="0">
                <a:latin typeface="Arial" panose="020B0604020202020204" pitchFamily="34" charset="0"/>
              </a:rPr>
              <a:t>with bandwidth allocation per route</a:t>
            </a:r>
          </a:p>
        </p:txBody>
      </p:sp>
      <p:cxnSp>
        <p:nvCxnSpPr>
          <p:cNvPr id="39" name="Straight Connector 38">
            <a:extLst>
              <a:ext uri="{FF2B5EF4-FFF2-40B4-BE49-F238E27FC236}">
                <a16:creationId xmlns:a16="http://schemas.microsoft.com/office/drawing/2014/main" id="{CBD2CF11-FB09-F74B-9A49-FCB48AF5CA56}"/>
              </a:ext>
            </a:extLst>
          </p:cNvPr>
          <p:cNvCxnSpPr>
            <a:cxnSpLocks/>
          </p:cNvCxnSpPr>
          <p:nvPr/>
        </p:nvCxnSpPr>
        <p:spPr>
          <a:xfrm>
            <a:off x="588262" y="2443470"/>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67DDCE8-1067-901D-9D57-8B018FAD2513}"/>
              </a:ext>
            </a:extLst>
          </p:cNvPr>
          <p:cNvSpPr txBox="1"/>
          <p:nvPr/>
        </p:nvSpPr>
        <p:spPr>
          <a:xfrm>
            <a:off x="845820" y="3696492"/>
            <a:ext cx="2449308"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Which AMD Versal™ device  supports my AI inference workload?</a:t>
            </a:r>
          </a:p>
        </p:txBody>
      </p:sp>
      <p:sp>
        <p:nvSpPr>
          <p:cNvPr id="47" name="Line 290">
            <a:extLst>
              <a:ext uri="{FF2B5EF4-FFF2-40B4-BE49-F238E27FC236}">
                <a16:creationId xmlns:a16="http://schemas.microsoft.com/office/drawing/2014/main" id="{2E543F4C-CBF2-A92B-7EC9-F1649234E959}"/>
              </a:ext>
            </a:extLst>
          </p:cNvPr>
          <p:cNvSpPr>
            <a:spLocks noChangeShapeType="1"/>
          </p:cNvSpPr>
          <p:nvPr/>
        </p:nvSpPr>
        <p:spPr bwMode="auto">
          <a:xfrm flipH="1">
            <a:off x="588263" y="3805570"/>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8" name="Freeform 291">
            <a:extLst>
              <a:ext uri="{FF2B5EF4-FFF2-40B4-BE49-F238E27FC236}">
                <a16:creationId xmlns:a16="http://schemas.microsoft.com/office/drawing/2014/main" id="{530ED01E-5C5E-8EAA-A137-BC32378617E5}"/>
              </a:ext>
            </a:extLst>
          </p:cNvPr>
          <p:cNvSpPr>
            <a:spLocks/>
          </p:cNvSpPr>
          <p:nvPr/>
        </p:nvSpPr>
        <p:spPr bwMode="auto">
          <a:xfrm flipV="1">
            <a:off x="588263" y="3805570"/>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43" name="TextBox 42">
            <a:extLst>
              <a:ext uri="{FF2B5EF4-FFF2-40B4-BE49-F238E27FC236}">
                <a16:creationId xmlns:a16="http://schemas.microsoft.com/office/drawing/2014/main" id="{DA22966F-CCAC-E977-5E6E-4D0381AD8776}"/>
              </a:ext>
            </a:extLst>
          </p:cNvPr>
          <p:cNvSpPr txBox="1"/>
          <p:nvPr/>
        </p:nvSpPr>
        <p:spPr>
          <a:xfrm>
            <a:off x="588262" y="4188309"/>
            <a:ext cx="2487600" cy="715581"/>
          </a:xfrm>
          <a:prstGeom prst="rect">
            <a:avLst/>
          </a:prstGeom>
          <a:noFill/>
        </p:spPr>
        <p:txBody>
          <a:bodyPr wrap="square" lIns="0" tIns="0" rIns="0" bIns="0">
            <a:spAutoFit/>
          </a:bodyPr>
          <a:lstStyle/>
          <a:p>
            <a:pPr>
              <a:spcAft>
                <a:spcPts val="200"/>
              </a:spcAft>
            </a:pPr>
            <a:r>
              <a:rPr lang="en-ID" sz="1100" dirty="0">
                <a:solidFill>
                  <a:srgbClr val="007A8C"/>
                </a:solidFill>
                <a:latin typeface="Arial" panose="020B0604020202020204" pitchFamily="34" charset="0"/>
              </a:rPr>
              <a:t>→ DS957, UG1504</a:t>
            </a:r>
          </a:p>
          <a:p>
            <a:pPr>
              <a:spcAft>
                <a:spcPts val="100"/>
              </a:spcAft>
            </a:pPr>
            <a:r>
              <a:rPr lang="en-US" sz="1100" dirty="0">
                <a:solidFill>
                  <a:srgbClr val="404040"/>
                </a:solidFill>
                <a:latin typeface="Arial" panose="020B0604020202020204" pitchFamily="34" charset="0"/>
              </a:rPr>
              <a:t>Versal AI Edge (VE2302, VE2802) with integrated AI Engines</a:t>
            </a:r>
          </a:p>
          <a:p>
            <a:r>
              <a:rPr lang="en-US" sz="1100" dirty="0">
                <a:solidFill>
                  <a:srgbClr val="595959"/>
                </a:solidFill>
                <a:latin typeface="Arial" panose="020B0604020202020204" pitchFamily="34" charset="0"/>
              </a:rPr>
              <a:t>for INT8/INT4 inference. 400+ TOPS</a:t>
            </a:r>
          </a:p>
        </p:txBody>
      </p:sp>
      <p:cxnSp>
        <p:nvCxnSpPr>
          <p:cNvPr id="44" name="Straight Connector 43">
            <a:extLst>
              <a:ext uri="{FF2B5EF4-FFF2-40B4-BE49-F238E27FC236}">
                <a16:creationId xmlns:a16="http://schemas.microsoft.com/office/drawing/2014/main" id="{7E174F5E-1286-8845-9493-C445729DEF9F}"/>
              </a:ext>
            </a:extLst>
          </p:cNvPr>
          <p:cNvCxnSpPr>
            <a:cxnSpLocks/>
          </p:cNvCxnSpPr>
          <p:nvPr/>
        </p:nvCxnSpPr>
        <p:spPr>
          <a:xfrm>
            <a:off x="588262" y="411167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18945A18-91F9-83BA-E88B-6E4A6C2F0053}"/>
              </a:ext>
            </a:extLst>
          </p:cNvPr>
          <p:cNvSpPr txBox="1"/>
          <p:nvPr/>
        </p:nvSpPr>
        <p:spPr>
          <a:xfrm>
            <a:off x="3689845" y="2028284"/>
            <a:ext cx="2230041"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How to constrain async clock domain crossings?</a:t>
            </a:r>
          </a:p>
        </p:txBody>
      </p:sp>
      <p:sp>
        <p:nvSpPr>
          <p:cNvPr id="55" name="Line 290">
            <a:extLst>
              <a:ext uri="{FF2B5EF4-FFF2-40B4-BE49-F238E27FC236}">
                <a16:creationId xmlns:a16="http://schemas.microsoft.com/office/drawing/2014/main" id="{EE9E1622-71F2-6D75-D5A7-C95C6083089B}"/>
              </a:ext>
            </a:extLst>
          </p:cNvPr>
          <p:cNvSpPr>
            <a:spLocks noChangeShapeType="1"/>
          </p:cNvSpPr>
          <p:nvPr/>
        </p:nvSpPr>
        <p:spPr bwMode="auto">
          <a:xfrm flipH="1">
            <a:off x="3432288" y="2137362"/>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6" name="Freeform 291">
            <a:extLst>
              <a:ext uri="{FF2B5EF4-FFF2-40B4-BE49-F238E27FC236}">
                <a16:creationId xmlns:a16="http://schemas.microsoft.com/office/drawing/2014/main" id="{F85FE7B5-A6BA-2A02-9CE2-001EA14E5406}"/>
              </a:ext>
            </a:extLst>
          </p:cNvPr>
          <p:cNvSpPr>
            <a:spLocks/>
          </p:cNvSpPr>
          <p:nvPr/>
        </p:nvSpPr>
        <p:spPr bwMode="auto">
          <a:xfrm flipV="1">
            <a:off x="3432288" y="2137362"/>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1" name="TextBox 50">
            <a:extLst>
              <a:ext uri="{FF2B5EF4-FFF2-40B4-BE49-F238E27FC236}">
                <a16:creationId xmlns:a16="http://schemas.microsoft.com/office/drawing/2014/main" id="{EAC2D51D-7A00-17B1-12DA-C7130E09CA81}"/>
              </a:ext>
            </a:extLst>
          </p:cNvPr>
          <p:cNvSpPr txBox="1"/>
          <p:nvPr/>
        </p:nvSpPr>
        <p:spPr>
          <a:xfrm>
            <a:off x="3432287" y="2520101"/>
            <a:ext cx="2487600" cy="884858"/>
          </a:xfrm>
          <a:prstGeom prst="rect">
            <a:avLst/>
          </a:prstGeom>
          <a:noFill/>
        </p:spPr>
        <p:txBody>
          <a:bodyPr wrap="square" lIns="0" tIns="0" rIns="0" bIns="0">
            <a:spAutoFit/>
          </a:bodyPr>
          <a:lstStyle/>
          <a:p>
            <a:pPr algn="l">
              <a:spcAft>
                <a:spcPts val="200"/>
              </a:spcAft>
            </a:pPr>
            <a:r>
              <a:rPr lang="en-ID" sz="1100" dirty="0">
                <a:solidFill>
                  <a:schemeClr val="accent4"/>
                </a:solidFill>
                <a:latin typeface="Arial" panose="020B0604020202020204" pitchFamily="34" charset="0"/>
              </a:rPr>
              <a:t>→ UG903, UG1387, UG949</a:t>
            </a:r>
          </a:p>
          <a:p>
            <a:pPr algn="l">
              <a:spcAft>
                <a:spcPts val="100"/>
              </a:spcAft>
            </a:pPr>
            <a:r>
              <a:rPr lang="en-US" sz="1100" dirty="0">
                <a:latin typeface="Arial" panose="020B0604020202020204" pitchFamily="34" charset="0"/>
              </a:rPr>
              <a:t>Use XPM_CDC macros. Apply ASYNC_REG attributes</a:t>
            </a:r>
          </a:p>
          <a:p>
            <a:pPr algn="l">
              <a:spcAft>
                <a:spcPts val="100"/>
              </a:spcAft>
            </a:pPr>
            <a:r>
              <a:rPr lang="en-US" sz="1100" dirty="0">
                <a:latin typeface="Arial" panose="020B0604020202020204" pitchFamily="34" charset="0"/>
              </a:rPr>
              <a:t>set_false_path / set_max_delay constraints</a:t>
            </a:r>
          </a:p>
        </p:txBody>
      </p:sp>
      <p:cxnSp>
        <p:nvCxnSpPr>
          <p:cNvPr id="52" name="Straight Connector 51">
            <a:extLst>
              <a:ext uri="{FF2B5EF4-FFF2-40B4-BE49-F238E27FC236}">
                <a16:creationId xmlns:a16="http://schemas.microsoft.com/office/drawing/2014/main" id="{5A498EDA-4DE3-73A3-3F0D-4D94123C06BC}"/>
              </a:ext>
            </a:extLst>
          </p:cNvPr>
          <p:cNvCxnSpPr>
            <a:cxnSpLocks/>
          </p:cNvCxnSpPr>
          <p:nvPr/>
        </p:nvCxnSpPr>
        <p:spPr>
          <a:xfrm>
            <a:off x="3432287" y="2443470"/>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9D73D12-FF0B-BC56-E05F-A00714B269B1}"/>
              </a:ext>
            </a:extLst>
          </p:cNvPr>
          <p:cNvSpPr txBox="1"/>
          <p:nvPr/>
        </p:nvSpPr>
        <p:spPr>
          <a:xfrm>
            <a:off x="3689845" y="3696492"/>
            <a:ext cx="2230041"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RTL coding best practices for synthesis?</a:t>
            </a:r>
          </a:p>
        </p:txBody>
      </p:sp>
      <p:sp>
        <p:nvSpPr>
          <p:cNvPr id="63" name="Line 290">
            <a:extLst>
              <a:ext uri="{FF2B5EF4-FFF2-40B4-BE49-F238E27FC236}">
                <a16:creationId xmlns:a16="http://schemas.microsoft.com/office/drawing/2014/main" id="{B9CF1B4C-4857-E268-290E-4C9ECC4BB449}"/>
              </a:ext>
            </a:extLst>
          </p:cNvPr>
          <p:cNvSpPr>
            <a:spLocks noChangeShapeType="1"/>
          </p:cNvSpPr>
          <p:nvPr/>
        </p:nvSpPr>
        <p:spPr bwMode="auto">
          <a:xfrm flipH="1">
            <a:off x="3432288" y="3805570"/>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64" name="Freeform 291">
            <a:extLst>
              <a:ext uri="{FF2B5EF4-FFF2-40B4-BE49-F238E27FC236}">
                <a16:creationId xmlns:a16="http://schemas.microsoft.com/office/drawing/2014/main" id="{A878DEF6-C844-12D4-F3F7-FF7FA02A08F0}"/>
              </a:ext>
            </a:extLst>
          </p:cNvPr>
          <p:cNvSpPr>
            <a:spLocks/>
          </p:cNvSpPr>
          <p:nvPr/>
        </p:nvSpPr>
        <p:spPr bwMode="auto">
          <a:xfrm flipV="1">
            <a:off x="3432288" y="3805570"/>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59" name="TextBox 58">
            <a:extLst>
              <a:ext uri="{FF2B5EF4-FFF2-40B4-BE49-F238E27FC236}">
                <a16:creationId xmlns:a16="http://schemas.microsoft.com/office/drawing/2014/main" id="{3BA90C0F-0DFF-E0B0-8CF9-BA69FEFAFBF4}"/>
              </a:ext>
            </a:extLst>
          </p:cNvPr>
          <p:cNvSpPr txBox="1"/>
          <p:nvPr/>
        </p:nvSpPr>
        <p:spPr>
          <a:xfrm>
            <a:off x="3432287" y="4188309"/>
            <a:ext cx="2487600" cy="715581"/>
          </a:xfrm>
          <a:prstGeom prst="rect">
            <a:avLst/>
          </a:prstGeom>
          <a:noFill/>
        </p:spPr>
        <p:txBody>
          <a:bodyPr wrap="square" lIns="0" tIns="0" rIns="0" bIns="0">
            <a:spAutoFit/>
          </a:bodyPr>
          <a:lstStyle/>
          <a:p>
            <a:pPr>
              <a:spcAft>
                <a:spcPts val="200"/>
              </a:spcAft>
            </a:pPr>
            <a:r>
              <a:rPr lang="en-ID" sz="1100" dirty="0">
                <a:solidFill>
                  <a:schemeClr val="accent4"/>
                </a:solidFill>
                <a:latin typeface="Arial" panose="020B0604020202020204" pitchFamily="34" charset="0"/>
              </a:rPr>
              <a:t>→ UG901, UG1387, UG949</a:t>
            </a:r>
          </a:p>
          <a:p>
            <a:pPr>
              <a:spcAft>
                <a:spcPts val="100"/>
              </a:spcAft>
            </a:pPr>
            <a:r>
              <a:rPr lang="en-US" sz="1100" dirty="0">
                <a:solidFill>
                  <a:srgbClr val="404040"/>
                </a:solidFill>
                <a:latin typeface="Arial" panose="020B0604020202020204" pitchFamily="34" charset="0"/>
              </a:rPr>
              <a:t>Follow UG901 guidelines. Use RAM_STYLE, SHREG_EXTRACT,</a:t>
            </a:r>
          </a:p>
          <a:p>
            <a:pPr>
              <a:spcAft>
                <a:spcPts val="100"/>
              </a:spcAft>
            </a:pPr>
            <a:r>
              <a:rPr lang="en-US" sz="1100" dirty="0">
                <a:solidFill>
                  <a:srgbClr val="404040"/>
                </a:solidFill>
                <a:latin typeface="Arial" panose="020B0604020202020204" pitchFamily="34" charset="0"/>
              </a:rPr>
              <a:t>MAX_FANOUT attributes. Avoid latches</a:t>
            </a:r>
          </a:p>
        </p:txBody>
      </p:sp>
      <p:cxnSp>
        <p:nvCxnSpPr>
          <p:cNvPr id="60" name="Straight Connector 59">
            <a:extLst>
              <a:ext uri="{FF2B5EF4-FFF2-40B4-BE49-F238E27FC236}">
                <a16:creationId xmlns:a16="http://schemas.microsoft.com/office/drawing/2014/main" id="{E00D740B-A2DC-26C7-35C9-FE78AFD0EC16}"/>
              </a:ext>
            </a:extLst>
          </p:cNvPr>
          <p:cNvCxnSpPr>
            <a:cxnSpLocks/>
          </p:cNvCxnSpPr>
          <p:nvPr/>
        </p:nvCxnSpPr>
        <p:spPr>
          <a:xfrm>
            <a:off x="3432287" y="411167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4615102-78C2-0B08-988A-7A3CA673905E}"/>
              </a:ext>
            </a:extLst>
          </p:cNvPr>
          <p:cNvSpPr txBox="1"/>
          <p:nvPr/>
        </p:nvSpPr>
        <p:spPr>
          <a:xfrm>
            <a:off x="6533870" y="2028284"/>
            <a:ext cx="2230041"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How to fix setup violations on high-fanout nets?</a:t>
            </a:r>
          </a:p>
        </p:txBody>
      </p:sp>
      <p:sp>
        <p:nvSpPr>
          <p:cNvPr id="87" name="Line 290">
            <a:extLst>
              <a:ext uri="{FF2B5EF4-FFF2-40B4-BE49-F238E27FC236}">
                <a16:creationId xmlns:a16="http://schemas.microsoft.com/office/drawing/2014/main" id="{E022A189-6528-925A-5BB4-E543C3F6C302}"/>
              </a:ext>
            </a:extLst>
          </p:cNvPr>
          <p:cNvSpPr>
            <a:spLocks noChangeShapeType="1"/>
          </p:cNvSpPr>
          <p:nvPr/>
        </p:nvSpPr>
        <p:spPr bwMode="auto">
          <a:xfrm flipH="1">
            <a:off x="6276313" y="2137362"/>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8" name="Freeform 291">
            <a:extLst>
              <a:ext uri="{FF2B5EF4-FFF2-40B4-BE49-F238E27FC236}">
                <a16:creationId xmlns:a16="http://schemas.microsoft.com/office/drawing/2014/main" id="{366F078F-DFC3-C6F1-4985-C030296ACFC3}"/>
              </a:ext>
            </a:extLst>
          </p:cNvPr>
          <p:cNvSpPr>
            <a:spLocks/>
          </p:cNvSpPr>
          <p:nvPr/>
        </p:nvSpPr>
        <p:spPr bwMode="auto">
          <a:xfrm flipV="1">
            <a:off x="6276313" y="2137362"/>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83" name="TextBox 82">
            <a:extLst>
              <a:ext uri="{FF2B5EF4-FFF2-40B4-BE49-F238E27FC236}">
                <a16:creationId xmlns:a16="http://schemas.microsoft.com/office/drawing/2014/main" id="{6345B209-DD9C-2E87-5CC2-C7A2597CF9DD}"/>
              </a:ext>
            </a:extLst>
          </p:cNvPr>
          <p:cNvSpPr txBox="1"/>
          <p:nvPr/>
        </p:nvSpPr>
        <p:spPr>
          <a:xfrm>
            <a:off x="6276312" y="2520101"/>
            <a:ext cx="2487600" cy="884858"/>
          </a:xfrm>
          <a:prstGeom prst="rect">
            <a:avLst/>
          </a:prstGeom>
          <a:noFill/>
        </p:spPr>
        <p:txBody>
          <a:bodyPr wrap="square" lIns="0" tIns="0" rIns="0" bIns="0">
            <a:spAutoFit/>
          </a:bodyPr>
          <a:lstStyle/>
          <a:p>
            <a:pPr algn="l">
              <a:spcAft>
                <a:spcPts val="200"/>
              </a:spcAft>
            </a:pPr>
            <a:r>
              <a:rPr lang="en-ID" sz="1100" dirty="0">
                <a:solidFill>
                  <a:schemeClr val="tx2"/>
                </a:solidFill>
                <a:latin typeface="Arial" panose="020B0604020202020204" pitchFamily="34" charset="0"/>
              </a:rPr>
              <a:t>→ UG949, UG1387, AR#53430</a:t>
            </a:r>
          </a:p>
          <a:p>
            <a:pPr algn="l">
              <a:spcAft>
                <a:spcPts val="100"/>
              </a:spcAft>
            </a:pPr>
            <a:r>
              <a:rPr lang="en-US" sz="1100" dirty="0">
                <a:latin typeface="Arial" panose="020B0604020202020204" pitchFamily="34" charset="0"/>
              </a:rPr>
              <a:t>Use report_high_fanout_nets after synthesis</a:t>
            </a:r>
          </a:p>
          <a:p>
            <a:pPr algn="l">
              <a:spcAft>
                <a:spcPts val="100"/>
              </a:spcAft>
            </a:pPr>
            <a:r>
              <a:rPr lang="en-US" sz="1100" dirty="0">
                <a:latin typeface="Arial" panose="020B0604020202020204" pitchFamily="34" charset="0"/>
              </a:rPr>
              <a:t>Apply MAX_FANOUT or manual replication</a:t>
            </a:r>
          </a:p>
        </p:txBody>
      </p:sp>
      <p:cxnSp>
        <p:nvCxnSpPr>
          <p:cNvPr id="84" name="Straight Connector 83">
            <a:extLst>
              <a:ext uri="{FF2B5EF4-FFF2-40B4-BE49-F238E27FC236}">
                <a16:creationId xmlns:a16="http://schemas.microsoft.com/office/drawing/2014/main" id="{099BC400-0553-4B9E-1096-2F7092869FFC}"/>
              </a:ext>
            </a:extLst>
          </p:cNvPr>
          <p:cNvCxnSpPr>
            <a:cxnSpLocks/>
          </p:cNvCxnSpPr>
          <p:nvPr/>
        </p:nvCxnSpPr>
        <p:spPr>
          <a:xfrm>
            <a:off x="6276312" y="2443470"/>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0DDC3725-3F54-1BF2-76C7-667376DB2299}"/>
              </a:ext>
            </a:extLst>
          </p:cNvPr>
          <p:cNvSpPr txBox="1"/>
          <p:nvPr/>
        </p:nvSpPr>
        <p:spPr>
          <a:xfrm>
            <a:off x="6533870" y="3696492"/>
            <a:ext cx="2230041"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What phys_opt_design techniques help timing?</a:t>
            </a:r>
          </a:p>
        </p:txBody>
      </p:sp>
      <p:sp>
        <p:nvSpPr>
          <p:cNvPr id="95" name="Line 290">
            <a:extLst>
              <a:ext uri="{FF2B5EF4-FFF2-40B4-BE49-F238E27FC236}">
                <a16:creationId xmlns:a16="http://schemas.microsoft.com/office/drawing/2014/main" id="{FC516B5D-9055-14BF-FD9D-5DF2B292231A}"/>
              </a:ext>
            </a:extLst>
          </p:cNvPr>
          <p:cNvSpPr>
            <a:spLocks noChangeShapeType="1"/>
          </p:cNvSpPr>
          <p:nvPr/>
        </p:nvSpPr>
        <p:spPr bwMode="auto">
          <a:xfrm flipH="1">
            <a:off x="6276313" y="3805570"/>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6" name="Freeform 291">
            <a:extLst>
              <a:ext uri="{FF2B5EF4-FFF2-40B4-BE49-F238E27FC236}">
                <a16:creationId xmlns:a16="http://schemas.microsoft.com/office/drawing/2014/main" id="{F2C32405-2C38-F4E0-CE35-07FE1B3C0772}"/>
              </a:ext>
            </a:extLst>
          </p:cNvPr>
          <p:cNvSpPr>
            <a:spLocks/>
          </p:cNvSpPr>
          <p:nvPr/>
        </p:nvSpPr>
        <p:spPr bwMode="auto">
          <a:xfrm flipV="1">
            <a:off x="6276313" y="3805570"/>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1" name="TextBox 90">
            <a:extLst>
              <a:ext uri="{FF2B5EF4-FFF2-40B4-BE49-F238E27FC236}">
                <a16:creationId xmlns:a16="http://schemas.microsoft.com/office/drawing/2014/main" id="{84040DC1-5DFA-7895-6B6B-B68C53601EAA}"/>
              </a:ext>
            </a:extLst>
          </p:cNvPr>
          <p:cNvSpPr txBox="1"/>
          <p:nvPr/>
        </p:nvSpPr>
        <p:spPr>
          <a:xfrm>
            <a:off x="6276312" y="4188309"/>
            <a:ext cx="2487600" cy="884858"/>
          </a:xfrm>
          <a:prstGeom prst="rect">
            <a:avLst/>
          </a:prstGeom>
          <a:noFill/>
        </p:spPr>
        <p:txBody>
          <a:bodyPr wrap="square" lIns="0" tIns="0" rIns="0" bIns="0">
            <a:spAutoFit/>
          </a:bodyPr>
          <a:lstStyle/>
          <a:p>
            <a:pPr>
              <a:spcAft>
                <a:spcPts val="200"/>
              </a:spcAft>
            </a:pPr>
            <a:r>
              <a:rPr lang="en-ID" sz="1100" dirty="0">
                <a:solidFill>
                  <a:schemeClr val="tx2"/>
                </a:solidFill>
                <a:latin typeface="Arial" panose="020B0604020202020204" pitchFamily="34" charset="0"/>
              </a:rPr>
              <a:t>→ UG904, UG949, UG1387</a:t>
            </a:r>
          </a:p>
          <a:p>
            <a:pPr>
              <a:spcAft>
                <a:spcPts val="100"/>
              </a:spcAft>
            </a:pPr>
            <a:r>
              <a:rPr lang="en-US" sz="1100" dirty="0">
                <a:solidFill>
                  <a:srgbClr val="404040"/>
                </a:solidFill>
                <a:latin typeface="Arial" panose="020B0604020202020204" pitchFamily="34" charset="0"/>
              </a:rPr>
              <a:t>Post-place and post-route phys_opt_design.</a:t>
            </a:r>
          </a:p>
          <a:p>
            <a:pPr>
              <a:spcAft>
                <a:spcPts val="100"/>
              </a:spcAft>
            </a:pPr>
            <a:r>
              <a:rPr lang="en-US" sz="1100" dirty="0">
                <a:solidFill>
                  <a:srgbClr val="404040"/>
                </a:solidFill>
                <a:latin typeface="Arial" panose="020B0604020202020204" pitchFamily="34" charset="0"/>
              </a:rPr>
              <a:t>Use -fanout_opt, -placement_opt, -retime</a:t>
            </a:r>
          </a:p>
        </p:txBody>
      </p:sp>
      <p:cxnSp>
        <p:nvCxnSpPr>
          <p:cNvPr id="92" name="Straight Connector 91">
            <a:extLst>
              <a:ext uri="{FF2B5EF4-FFF2-40B4-BE49-F238E27FC236}">
                <a16:creationId xmlns:a16="http://schemas.microsoft.com/office/drawing/2014/main" id="{EAF1FFA5-8B24-09DB-3641-D5FCC1981FA9}"/>
              </a:ext>
            </a:extLst>
          </p:cNvPr>
          <p:cNvCxnSpPr>
            <a:cxnSpLocks/>
          </p:cNvCxnSpPr>
          <p:nvPr/>
        </p:nvCxnSpPr>
        <p:spPr>
          <a:xfrm>
            <a:off x="6276312" y="411167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020D81FA-F9FF-A0BE-2EAC-B665FA8F5D6C}"/>
              </a:ext>
            </a:extLst>
          </p:cNvPr>
          <p:cNvSpPr txBox="1"/>
          <p:nvPr/>
        </p:nvSpPr>
        <p:spPr>
          <a:xfrm>
            <a:off x="9377895" y="2028284"/>
            <a:ext cx="2230041"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PDI boot failure troubleshooting on AMD Versal devices?</a:t>
            </a:r>
          </a:p>
        </p:txBody>
      </p:sp>
      <p:sp>
        <p:nvSpPr>
          <p:cNvPr id="103" name="Line 290">
            <a:extLst>
              <a:ext uri="{FF2B5EF4-FFF2-40B4-BE49-F238E27FC236}">
                <a16:creationId xmlns:a16="http://schemas.microsoft.com/office/drawing/2014/main" id="{A8A9C5C7-B192-F59F-E182-635FA10275E9}"/>
              </a:ext>
            </a:extLst>
          </p:cNvPr>
          <p:cNvSpPr>
            <a:spLocks noChangeShapeType="1"/>
          </p:cNvSpPr>
          <p:nvPr/>
        </p:nvSpPr>
        <p:spPr bwMode="auto">
          <a:xfrm flipH="1">
            <a:off x="9120338" y="2137362"/>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4" name="Freeform 291">
            <a:extLst>
              <a:ext uri="{FF2B5EF4-FFF2-40B4-BE49-F238E27FC236}">
                <a16:creationId xmlns:a16="http://schemas.microsoft.com/office/drawing/2014/main" id="{15F27D26-5886-8CE9-576D-3FA48FA8555F}"/>
              </a:ext>
            </a:extLst>
          </p:cNvPr>
          <p:cNvSpPr>
            <a:spLocks/>
          </p:cNvSpPr>
          <p:nvPr/>
        </p:nvSpPr>
        <p:spPr bwMode="auto">
          <a:xfrm flipV="1">
            <a:off x="9120338" y="2137362"/>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99" name="TextBox 98">
            <a:extLst>
              <a:ext uri="{FF2B5EF4-FFF2-40B4-BE49-F238E27FC236}">
                <a16:creationId xmlns:a16="http://schemas.microsoft.com/office/drawing/2014/main" id="{5847E87C-FEB5-6C62-84A4-5B3EEDC8500D}"/>
              </a:ext>
            </a:extLst>
          </p:cNvPr>
          <p:cNvSpPr txBox="1"/>
          <p:nvPr/>
        </p:nvSpPr>
        <p:spPr>
          <a:xfrm>
            <a:off x="9120337" y="2520101"/>
            <a:ext cx="2487600" cy="884858"/>
          </a:xfrm>
          <a:prstGeom prst="rect">
            <a:avLst/>
          </a:prstGeom>
          <a:noFill/>
        </p:spPr>
        <p:txBody>
          <a:bodyPr wrap="square" lIns="0" tIns="0" rIns="0" bIns="0">
            <a:spAutoFit/>
          </a:bodyPr>
          <a:lstStyle/>
          <a:p>
            <a:pPr algn="l">
              <a:spcAft>
                <a:spcPts val="200"/>
              </a:spcAft>
            </a:pPr>
            <a:r>
              <a:rPr lang="en-ID" sz="1100" dirty="0">
                <a:solidFill>
                  <a:schemeClr val="accent5"/>
                </a:solidFill>
                <a:latin typeface="Arial" panose="020B0604020202020204" pitchFamily="34" charset="0"/>
              </a:rPr>
              <a:t>→ UG1304, UG908, AR#76655</a:t>
            </a:r>
          </a:p>
          <a:p>
            <a:pPr algn="l">
              <a:spcAft>
                <a:spcPts val="100"/>
              </a:spcAft>
            </a:pPr>
            <a:r>
              <a:rPr lang="en-US" sz="1100" dirty="0">
                <a:latin typeface="Arial" panose="020B0604020202020204" pitchFamily="34" charset="0"/>
              </a:rPr>
              <a:t>Check boot mode pins (SW1). Verify PDI in JTAG/flash/SD</a:t>
            </a:r>
          </a:p>
          <a:p>
            <a:pPr algn="l">
              <a:spcAft>
                <a:spcPts val="100"/>
              </a:spcAft>
            </a:pPr>
            <a:r>
              <a:rPr lang="en-US" sz="1100" dirty="0">
                <a:latin typeface="Arial" panose="020B0604020202020204" pitchFamily="34" charset="0"/>
              </a:rPr>
              <a:t>Boot via HW Manager. Check PMC error codes</a:t>
            </a:r>
          </a:p>
        </p:txBody>
      </p:sp>
      <p:cxnSp>
        <p:nvCxnSpPr>
          <p:cNvPr id="100" name="Straight Connector 99">
            <a:extLst>
              <a:ext uri="{FF2B5EF4-FFF2-40B4-BE49-F238E27FC236}">
                <a16:creationId xmlns:a16="http://schemas.microsoft.com/office/drawing/2014/main" id="{3A5BD3FE-8C40-0625-932A-6AE5CC84DFAA}"/>
              </a:ext>
            </a:extLst>
          </p:cNvPr>
          <p:cNvCxnSpPr>
            <a:cxnSpLocks/>
          </p:cNvCxnSpPr>
          <p:nvPr/>
        </p:nvCxnSpPr>
        <p:spPr>
          <a:xfrm>
            <a:off x="9120337" y="2443470"/>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36380DA5-6F96-E721-C4C8-84AEB274B9D9}"/>
              </a:ext>
            </a:extLst>
          </p:cNvPr>
          <p:cNvSpPr txBox="1"/>
          <p:nvPr/>
        </p:nvSpPr>
        <p:spPr>
          <a:xfrm>
            <a:off x="9377895" y="3696492"/>
            <a:ext cx="2449308" cy="338554"/>
          </a:xfrm>
          <a:prstGeom prst="rect">
            <a:avLst/>
          </a:prstGeom>
          <a:noFill/>
        </p:spPr>
        <p:txBody>
          <a:bodyPr wrap="square" lIns="0" tIns="0" rIns="0" bIns="0">
            <a:spAutoFit/>
          </a:bodyPr>
          <a:lstStyle/>
          <a:p>
            <a:pPr algn="l">
              <a:spcAft>
                <a:spcPts val="100"/>
              </a:spcAft>
            </a:pPr>
            <a:r>
              <a:rPr lang="en-US" sz="1100" b="1" dirty="0">
                <a:solidFill>
                  <a:srgbClr val="000000"/>
                </a:solidFill>
                <a:latin typeface="Arial Bold" panose="020B0704020202020204" pitchFamily="34" charset="0"/>
              </a:rPr>
              <a:t>DDR calibration debug using DDRMC in the AMD Vivado™ tool?</a:t>
            </a:r>
          </a:p>
        </p:txBody>
      </p:sp>
      <p:sp>
        <p:nvSpPr>
          <p:cNvPr id="111" name="Line 290">
            <a:extLst>
              <a:ext uri="{FF2B5EF4-FFF2-40B4-BE49-F238E27FC236}">
                <a16:creationId xmlns:a16="http://schemas.microsoft.com/office/drawing/2014/main" id="{EAA9999F-1F8D-1240-F77A-832D1A608256}"/>
              </a:ext>
            </a:extLst>
          </p:cNvPr>
          <p:cNvSpPr>
            <a:spLocks noChangeShapeType="1"/>
          </p:cNvSpPr>
          <p:nvPr/>
        </p:nvSpPr>
        <p:spPr bwMode="auto">
          <a:xfrm flipH="1">
            <a:off x="9120338" y="3805570"/>
            <a:ext cx="120398" cy="120398"/>
          </a:xfrm>
          <a:prstGeom prst="line">
            <a:avLst/>
          </a:prstGeom>
          <a:noFill/>
          <a:ln w="14288" cap="rnd">
            <a:solidFill>
              <a:schemeClr val="accent6">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12" name="Freeform 291">
            <a:extLst>
              <a:ext uri="{FF2B5EF4-FFF2-40B4-BE49-F238E27FC236}">
                <a16:creationId xmlns:a16="http://schemas.microsoft.com/office/drawing/2014/main" id="{ABE926C8-0385-FF0D-85E9-CCE50AB43249}"/>
              </a:ext>
            </a:extLst>
          </p:cNvPr>
          <p:cNvSpPr>
            <a:spLocks/>
          </p:cNvSpPr>
          <p:nvPr/>
        </p:nvSpPr>
        <p:spPr bwMode="auto">
          <a:xfrm flipV="1">
            <a:off x="9120338" y="3805570"/>
            <a:ext cx="120398" cy="120398"/>
          </a:xfrm>
          <a:custGeom>
            <a:avLst/>
            <a:gdLst>
              <a:gd name="T0" fmla="*/ 151 w 151"/>
              <a:gd name="T1" fmla="*/ 0 h 151"/>
              <a:gd name="T2" fmla="*/ 151 w 151"/>
              <a:gd name="T3" fmla="*/ 151 h 151"/>
              <a:gd name="T4" fmla="*/ 0 w 151"/>
              <a:gd name="T5" fmla="*/ 151 h 151"/>
            </a:gdLst>
            <a:ahLst/>
            <a:cxnLst>
              <a:cxn ang="0">
                <a:pos x="T0" y="T1"/>
              </a:cxn>
              <a:cxn ang="0">
                <a:pos x="T2" y="T3"/>
              </a:cxn>
              <a:cxn ang="0">
                <a:pos x="T4" y="T5"/>
              </a:cxn>
            </a:cxnLst>
            <a:rect l="0" t="0" r="r" b="b"/>
            <a:pathLst>
              <a:path w="151" h="151">
                <a:moveTo>
                  <a:pt x="151" y="0"/>
                </a:moveTo>
                <a:lnTo>
                  <a:pt x="151" y="151"/>
                </a:lnTo>
                <a:lnTo>
                  <a:pt x="0" y="151"/>
                </a:lnTo>
              </a:path>
            </a:pathLst>
          </a:custGeom>
          <a:noFill/>
          <a:ln w="14288" cap="rnd">
            <a:solidFill>
              <a:schemeClr val="accent6">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sp>
        <p:nvSpPr>
          <p:cNvPr id="107" name="TextBox 106">
            <a:extLst>
              <a:ext uri="{FF2B5EF4-FFF2-40B4-BE49-F238E27FC236}">
                <a16:creationId xmlns:a16="http://schemas.microsoft.com/office/drawing/2014/main" id="{FF8C058F-F979-5B87-8F40-EAF8094EA808}"/>
              </a:ext>
            </a:extLst>
          </p:cNvPr>
          <p:cNvSpPr txBox="1"/>
          <p:nvPr/>
        </p:nvSpPr>
        <p:spPr>
          <a:xfrm>
            <a:off x="9120337" y="4188309"/>
            <a:ext cx="2487600" cy="715581"/>
          </a:xfrm>
          <a:prstGeom prst="rect">
            <a:avLst/>
          </a:prstGeom>
          <a:noFill/>
        </p:spPr>
        <p:txBody>
          <a:bodyPr wrap="square" lIns="0" tIns="0" rIns="0" bIns="0">
            <a:spAutoFit/>
          </a:bodyPr>
          <a:lstStyle/>
          <a:p>
            <a:pPr algn="l">
              <a:spcAft>
                <a:spcPts val="200"/>
              </a:spcAft>
            </a:pPr>
            <a:r>
              <a:rPr lang="en-ID" sz="1100" dirty="0">
                <a:solidFill>
                  <a:schemeClr val="accent5"/>
                </a:solidFill>
                <a:latin typeface="Arial" panose="020B0604020202020204" pitchFamily="34" charset="0"/>
              </a:rPr>
              <a:t>→ UG908</a:t>
            </a:r>
          </a:p>
          <a:p>
            <a:pPr algn="l">
              <a:spcAft>
                <a:spcPts val="100"/>
              </a:spcAft>
            </a:pPr>
            <a:r>
              <a:rPr lang="en-US" sz="1100" dirty="0">
                <a:latin typeface="Arial" panose="020B0604020202020204" pitchFamily="34" charset="0"/>
              </a:rPr>
              <a:t>DDRMC debug always enabled in Versal devices. HW Manager reads</a:t>
            </a:r>
          </a:p>
          <a:p>
            <a:pPr algn="l">
              <a:spcAft>
                <a:spcPts val="100"/>
              </a:spcAft>
            </a:pPr>
            <a:r>
              <a:rPr lang="en-US" sz="1100" dirty="0">
                <a:latin typeface="Arial" panose="020B0604020202020204" pitchFamily="34" charset="0"/>
              </a:rPr>
              <a:t>calibration status, R/W window margins</a:t>
            </a:r>
          </a:p>
        </p:txBody>
      </p:sp>
      <p:cxnSp>
        <p:nvCxnSpPr>
          <p:cNvPr id="108" name="Straight Connector 107">
            <a:extLst>
              <a:ext uri="{FF2B5EF4-FFF2-40B4-BE49-F238E27FC236}">
                <a16:creationId xmlns:a16="http://schemas.microsoft.com/office/drawing/2014/main" id="{AA59D7C7-5467-17FF-21B6-3473EB47C35C}"/>
              </a:ext>
            </a:extLst>
          </p:cNvPr>
          <p:cNvCxnSpPr>
            <a:cxnSpLocks/>
          </p:cNvCxnSpPr>
          <p:nvPr/>
        </p:nvCxnSpPr>
        <p:spPr>
          <a:xfrm>
            <a:off x="9120337" y="4111678"/>
            <a:ext cx="2489051"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0475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FFDD52C1-5537-F939-6CF7-6102DB0AA70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0" name="think-cell data - do not delete" hidden="1">
                        <a:extLst>
                          <a:ext uri="{FF2B5EF4-FFF2-40B4-BE49-F238E27FC236}">
                            <a16:creationId xmlns:a16="http://schemas.microsoft.com/office/drawing/2014/main" id="{FFDD52C1-5537-F939-6CF7-6102DB0AA7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97AAC1-9F63-3548-1DA7-E1FD65F82297}"/>
              </a:ext>
            </a:extLst>
          </p:cNvPr>
          <p:cNvSpPr>
            <a:spLocks noGrp="1"/>
          </p:cNvSpPr>
          <p:nvPr>
            <p:ph type="title"/>
          </p:nvPr>
        </p:nvSpPr>
        <p:spPr>
          <a:xfrm>
            <a:off x="588263" y="591790"/>
            <a:ext cx="11018520" cy="430887"/>
          </a:xfrm>
        </p:spPr>
        <p:txBody>
          <a:bodyPr vert="horz" rIns="0">
            <a:spAutoFit/>
          </a:bodyPr>
          <a:lstStyle/>
          <a:p>
            <a:r>
              <a:rPr lang="en-ID" dirty="0">
                <a:latin typeface="Arial Bold" panose="020B0704020202020204" pitchFamily="34" charset="0"/>
              </a:rPr>
              <a:t>Deep Dive: Knowledge Database</a:t>
            </a:r>
          </a:p>
        </p:txBody>
      </p:sp>
      <p:sp>
        <p:nvSpPr>
          <p:cNvPr id="21" name="Rounded Rectangle 2">
            <a:extLst>
              <a:ext uri="{FF2B5EF4-FFF2-40B4-BE49-F238E27FC236}">
                <a16:creationId xmlns:a16="http://schemas.microsoft.com/office/drawing/2014/main" id="{47CBA8FD-EA1B-2891-372F-DD1748AB2DD7}"/>
              </a:ext>
            </a:extLst>
          </p:cNvPr>
          <p:cNvSpPr/>
          <p:nvPr/>
        </p:nvSpPr>
        <p:spPr>
          <a:xfrm>
            <a:off x="588263" y="1436688"/>
            <a:ext cx="2535809" cy="685800"/>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l">
              <a:spcAft>
                <a:spcPts val="0"/>
              </a:spcAft>
            </a:pPr>
            <a:r>
              <a:rPr sz="1400" b="1" dirty="0">
                <a:solidFill>
                  <a:schemeClr val="tx1"/>
                </a:solidFill>
                <a:latin typeface="Arial Bold" panose="020B0704020202020204" pitchFamily="34" charset="0"/>
              </a:rPr>
              <a:t>COVERAGE</a:t>
            </a:r>
          </a:p>
          <a:p>
            <a:pPr algn="l">
              <a:spcBef>
                <a:spcPts val="100"/>
              </a:spcBef>
              <a:spcAft>
                <a:spcPts val="0"/>
              </a:spcAft>
            </a:pPr>
            <a:r>
              <a:rPr sz="1200" dirty="0">
                <a:solidFill>
                  <a:schemeClr val="tx1"/>
                </a:solidFill>
                <a:latin typeface="Arial" panose="020B0604020202020204" pitchFamily="34" charset="0"/>
              </a:rPr>
              <a:t>What's Inside</a:t>
            </a:r>
          </a:p>
        </p:txBody>
      </p:sp>
      <p:sp>
        <p:nvSpPr>
          <p:cNvPr id="22" name="Rounded Rectangle 4">
            <a:extLst>
              <a:ext uri="{FF2B5EF4-FFF2-40B4-BE49-F238E27FC236}">
                <a16:creationId xmlns:a16="http://schemas.microsoft.com/office/drawing/2014/main" id="{AD530FF2-26DC-1F3E-4DF5-B4B1F69B1049}"/>
              </a:ext>
            </a:extLst>
          </p:cNvPr>
          <p:cNvSpPr/>
          <p:nvPr/>
        </p:nvSpPr>
        <p:spPr>
          <a:xfrm>
            <a:off x="3415833" y="1436688"/>
            <a:ext cx="2535809" cy="685800"/>
          </a:xfrm>
          <a:prstGeom prst="snip2Diag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l">
              <a:spcAft>
                <a:spcPts val="0"/>
              </a:spcAft>
            </a:pPr>
            <a:r>
              <a:rPr sz="1400" b="1" dirty="0">
                <a:solidFill>
                  <a:schemeClr val="bg1"/>
                </a:solidFill>
                <a:latin typeface="Arial Bold" panose="020B0704020202020204" pitchFamily="34" charset="0"/>
              </a:rPr>
              <a:t>SMART TAGGING</a:t>
            </a:r>
          </a:p>
          <a:p>
            <a:pPr>
              <a:spcBef>
                <a:spcPts val="100"/>
              </a:spcBef>
            </a:pPr>
            <a:r>
              <a:rPr sz="1200" dirty="0">
                <a:solidFill>
                  <a:schemeClr val="bg1"/>
                </a:solidFill>
                <a:latin typeface="Arial" panose="020B0604020202020204" pitchFamily="34" charset="0"/>
              </a:rPr>
              <a:t>How It's Organized</a:t>
            </a:r>
          </a:p>
        </p:txBody>
      </p:sp>
      <p:sp>
        <p:nvSpPr>
          <p:cNvPr id="23" name="Rounded Rectangle 6">
            <a:extLst>
              <a:ext uri="{FF2B5EF4-FFF2-40B4-BE49-F238E27FC236}">
                <a16:creationId xmlns:a16="http://schemas.microsoft.com/office/drawing/2014/main" id="{B2E260FA-5EF3-258D-B57B-7F8B6F587149}"/>
              </a:ext>
            </a:extLst>
          </p:cNvPr>
          <p:cNvSpPr/>
          <p:nvPr/>
        </p:nvSpPr>
        <p:spPr>
          <a:xfrm>
            <a:off x="6243403" y="1436688"/>
            <a:ext cx="2535809" cy="685800"/>
          </a:xfrm>
          <a:prstGeom prst="snip2Diag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l">
              <a:spcAft>
                <a:spcPts val="0"/>
              </a:spcAft>
            </a:pPr>
            <a:r>
              <a:rPr sz="1400" b="1" dirty="0">
                <a:solidFill>
                  <a:schemeClr val="bg1"/>
                </a:solidFill>
                <a:latin typeface="Arial Bold" panose="020B0704020202020204" pitchFamily="34" charset="0"/>
              </a:rPr>
              <a:t>INTELLIGENT SEARCH</a:t>
            </a:r>
          </a:p>
          <a:p>
            <a:pPr>
              <a:spcBef>
                <a:spcPts val="100"/>
              </a:spcBef>
            </a:pPr>
            <a:r>
              <a:rPr sz="1200" dirty="0">
                <a:solidFill>
                  <a:schemeClr val="bg1"/>
                </a:solidFill>
                <a:latin typeface="Arial" panose="020B0604020202020204" pitchFamily="34" charset="0"/>
              </a:rPr>
              <a:t>How It Finds Answers</a:t>
            </a:r>
          </a:p>
        </p:txBody>
      </p:sp>
      <p:sp>
        <p:nvSpPr>
          <p:cNvPr id="24" name="Rounded Rectangle 8">
            <a:extLst>
              <a:ext uri="{FF2B5EF4-FFF2-40B4-BE49-F238E27FC236}">
                <a16:creationId xmlns:a16="http://schemas.microsoft.com/office/drawing/2014/main" id="{E155D1F9-FFA8-A376-ED4D-0A0B2BE6199C}"/>
              </a:ext>
            </a:extLst>
          </p:cNvPr>
          <p:cNvSpPr/>
          <p:nvPr/>
        </p:nvSpPr>
        <p:spPr>
          <a:xfrm>
            <a:off x="9070974" y="1436688"/>
            <a:ext cx="2535809" cy="685800"/>
          </a:xfrm>
          <a:prstGeom prst="snip2DiagRect">
            <a:avLst/>
          </a:prstGeom>
          <a:solidFill>
            <a:srgbClr val="F26522"/>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l">
              <a:spcAft>
                <a:spcPts val="0"/>
              </a:spcAft>
            </a:pPr>
            <a:r>
              <a:rPr sz="1400" b="1" dirty="0">
                <a:solidFill>
                  <a:schemeClr val="bg1"/>
                </a:solidFill>
                <a:latin typeface="Arial Bold" panose="020B0704020202020204" pitchFamily="34" charset="0"/>
              </a:rPr>
              <a:t>CONTEXT AWARENESS</a:t>
            </a:r>
          </a:p>
          <a:p>
            <a:pPr>
              <a:spcBef>
                <a:spcPts val="100"/>
              </a:spcBef>
            </a:pPr>
            <a:r>
              <a:rPr sz="1200" dirty="0">
                <a:solidFill>
                  <a:schemeClr val="bg1"/>
                </a:solidFill>
                <a:latin typeface="Arial" panose="020B0604020202020204" pitchFamily="34" charset="0"/>
              </a:rPr>
              <a:t>Why It's Better</a:t>
            </a:r>
          </a:p>
        </p:txBody>
      </p:sp>
      <p:sp>
        <p:nvSpPr>
          <p:cNvPr id="27" name="Rectangle: Diagonal Corners Snipped 26">
            <a:extLst>
              <a:ext uri="{FF2B5EF4-FFF2-40B4-BE49-F238E27FC236}">
                <a16:creationId xmlns:a16="http://schemas.microsoft.com/office/drawing/2014/main" id="{6D17999E-9AC3-02D0-DBCA-7389FB0F20A7}"/>
              </a:ext>
            </a:extLst>
          </p:cNvPr>
          <p:cNvSpPr/>
          <p:nvPr/>
        </p:nvSpPr>
        <p:spPr bwMode="auto">
          <a:xfrm>
            <a:off x="588263" y="2253180"/>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28" name="Arrow: Chevron 27">
            <a:extLst>
              <a:ext uri="{FF2B5EF4-FFF2-40B4-BE49-F238E27FC236}">
                <a16:creationId xmlns:a16="http://schemas.microsoft.com/office/drawing/2014/main" id="{D6ECE021-AE92-A456-EAD1-788CF566426E}"/>
              </a:ext>
            </a:extLst>
          </p:cNvPr>
          <p:cNvSpPr/>
          <p:nvPr/>
        </p:nvSpPr>
        <p:spPr bwMode="auto">
          <a:xfrm>
            <a:off x="631903" y="2296820"/>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30" name="TextBox 29">
            <a:extLst>
              <a:ext uri="{FF2B5EF4-FFF2-40B4-BE49-F238E27FC236}">
                <a16:creationId xmlns:a16="http://schemas.microsoft.com/office/drawing/2014/main" id="{3060ED65-A829-24A8-3999-6D328B74DE39}"/>
              </a:ext>
            </a:extLst>
          </p:cNvPr>
          <p:cNvSpPr txBox="1"/>
          <p:nvPr/>
        </p:nvSpPr>
        <p:spPr>
          <a:xfrm>
            <a:off x="841991" y="2232847"/>
            <a:ext cx="2282081" cy="1738938"/>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Cross-referenced Answers</a:t>
            </a:r>
          </a:p>
          <a:p>
            <a:pPr marL="171450" indent="-171450">
              <a:spcAft>
                <a:spcPts val="100"/>
              </a:spcAft>
              <a:buFont typeface="Arial" panose="020B0604020202020204" pitchFamily="34" charset="0"/>
              <a:buChar char="•"/>
            </a:pPr>
            <a:r>
              <a:rPr lang="en-ID" sz="1200" dirty="0">
                <a:latin typeface="Arial" panose="020B0604020202020204" pitchFamily="34" charset="0"/>
              </a:rPr>
              <a:t>Web documentation</a:t>
            </a:r>
          </a:p>
          <a:p>
            <a:pPr marL="171450" indent="-171450">
              <a:spcAft>
                <a:spcPts val="100"/>
              </a:spcAft>
              <a:buFont typeface="Arial" panose="020B0604020202020204" pitchFamily="34" charset="0"/>
              <a:buChar char="•"/>
            </a:pPr>
            <a:r>
              <a:rPr lang="en-ID" sz="1200" dirty="0">
                <a:latin typeface="Arial" panose="020B0604020202020204" pitchFamily="34" charset="0"/>
              </a:rPr>
              <a:t>PDF user &amp; product guides</a:t>
            </a:r>
          </a:p>
          <a:p>
            <a:pPr marL="171450" indent="-171450">
              <a:spcAft>
                <a:spcPts val="100"/>
              </a:spcAft>
              <a:buFont typeface="Arial" panose="020B0604020202020204" pitchFamily="34" charset="0"/>
              <a:buChar char="•"/>
            </a:pPr>
            <a:r>
              <a:rPr lang="en-ID" sz="1200" dirty="0">
                <a:latin typeface="Arial" panose="020B0604020202020204" pitchFamily="34" charset="0"/>
              </a:rPr>
              <a:t>Knowledge base (answer records)</a:t>
            </a:r>
          </a:p>
          <a:p>
            <a:pPr marL="171450" indent="-171450">
              <a:spcAft>
                <a:spcPts val="100"/>
              </a:spcAft>
              <a:buFont typeface="Arial" panose="020B0604020202020204" pitchFamily="34" charset="0"/>
              <a:buChar char="•"/>
            </a:pPr>
            <a:r>
              <a:rPr lang="en-ID" sz="1200" dirty="0">
                <a:latin typeface="Arial" panose="020B0604020202020204" pitchFamily="34" charset="0"/>
              </a:rPr>
              <a:t>Blog articles &amp; design tips</a:t>
            </a:r>
          </a:p>
          <a:p>
            <a:pPr marL="171450" indent="-171450">
              <a:spcAft>
                <a:spcPts val="100"/>
              </a:spcAft>
              <a:buFont typeface="Arial" panose="020B0604020202020204" pitchFamily="34" charset="0"/>
              <a:buChar char="•"/>
            </a:pPr>
            <a:r>
              <a:rPr lang="en-ID" sz="1200" dirty="0">
                <a:latin typeface="Arial" panose="020B0604020202020204" pitchFamily="34" charset="0"/>
              </a:rPr>
              <a:t>Embedded wiki (Linux®, </a:t>
            </a:r>
            <a:br>
              <a:rPr lang="en-ID" sz="1200" dirty="0">
                <a:latin typeface="Arial" panose="020B0604020202020204" pitchFamily="34" charset="0"/>
              </a:rPr>
            </a:br>
            <a:r>
              <a:rPr lang="en-ID" sz="1200" dirty="0">
                <a:latin typeface="Arial" panose="020B0604020202020204" pitchFamily="34" charset="0"/>
              </a:rPr>
              <a:t>u-boot)</a:t>
            </a:r>
          </a:p>
          <a:p>
            <a:pPr marL="171450" indent="-171450">
              <a:spcAft>
                <a:spcPts val="100"/>
              </a:spcAft>
              <a:buFont typeface="Arial" panose="020B0604020202020204" pitchFamily="34" charset="0"/>
              <a:buChar char="•"/>
            </a:pPr>
            <a:r>
              <a:rPr lang="en-ID" sz="1200" dirty="0">
                <a:latin typeface="Arial" panose="020B0604020202020204" pitchFamily="34" charset="0"/>
              </a:rPr>
              <a:t>Github reference designs</a:t>
            </a:r>
          </a:p>
        </p:txBody>
      </p:sp>
      <p:sp>
        <p:nvSpPr>
          <p:cNvPr id="44" name="Rectangle: Diagonal Corners Snipped 43">
            <a:extLst>
              <a:ext uri="{FF2B5EF4-FFF2-40B4-BE49-F238E27FC236}">
                <a16:creationId xmlns:a16="http://schemas.microsoft.com/office/drawing/2014/main" id="{8E350099-666B-17AC-2189-93242F99662F}"/>
              </a:ext>
            </a:extLst>
          </p:cNvPr>
          <p:cNvSpPr/>
          <p:nvPr/>
        </p:nvSpPr>
        <p:spPr bwMode="auto">
          <a:xfrm>
            <a:off x="588263" y="4238935"/>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45" name="Arrow: Chevron 44">
            <a:extLst>
              <a:ext uri="{FF2B5EF4-FFF2-40B4-BE49-F238E27FC236}">
                <a16:creationId xmlns:a16="http://schemas.microsoft.com/office/drawing/2014/main" id="{D9280FD4-CBF2-91BB-5E29-1A16EE02386E}"/>
              </a:ext>
            </a:extLst>
          </p:cNvPr>
          <p:cNvSpPr/>
          <p:nvPr/>
        </p:nvSpPr>
        <p:spPr bwMode="auto">
          <a:xfrm>
            <a:off x="631903" y="4282575"/>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43" name="TextBox 42">
            <a:extLst>
              <a:ext uri="{FF2B5EF4-FFF2-40B4-BE49-F238E27FC236}">
                <a16:creationId xmlns:a16="http://schemas.microsoft.com/office/drawing/2014/main" id="{121837F9-0654-8E74-3D75-EA9B4261292C}"/>
              </a:ext>
            </a:extLst>
          </p:cNvPr>
          <p:cNvSpPr txBox="1"/>
          <p:nvPr/>
        </p:nvSpPr>
        <p:spPr>
          <a:xfrm>
            <a:off x="841991" y="4218602"/>
            <a:ext cx="2282081" cy="1897955"/>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Product &amp; Tool Coverage</a:t>
            </a:r>
          </a:p>
          <a:p>
            <a:pPr marL="171450" indent="-171450">
              <a:spcAft>
                <a:spcPts val="100"/>
              </a:spcAft>
              <a:buFont typeface="Arial" panose="020B0604020202020204" pitchFamily="34" charset="0"/>
              <a:buChar char="•"/>
            </a:pPr>
            <a:r>
              <a:rPr lang="en-ID" sz="1200" dirty="0">
                <a:latin typeface="Arial" panose="020B0604020202020204" pitchFamily="34" charset="0"/>
              </a:rPr>
              <a:t>AMD Versal™ AI Edge / Premium / HBM</a:t>
            </a:r>
          </a:p>
          <a:p>
            <a:pPr marL="171450" indent="-171450">
              <a:spcAft>
                <a:spcPts val="100"/>
              </a:spcAft>
              <a:buFont typeface="Arial" panose="020B0604020202020204" pitchFamily="34" charset="0"/>
              <a:buChar char="•"/>
            </a:pPr>
            <a:r>
              <a:rPr lang="en-ID" sz="1200" dirty="0">
                <a:latin typeface="Arial" panose="020B0604020202020204" pitchFamily="34" charset="0"/>
              </a:rPr>
              <a:t>Zynq™ UltraScale+™ MPSoC &amp; RFSoC</a:t>
            </a:r>
          </a:p>
          <a:p>
            <a:pPr marL="171450" indent="-171450">
              <a:spcAft>
                <a:spcPts val="100"/>
              </a:spcAft>
              <a:buFont typeface="Arial" panose="020B0604020202020204" pitchFamily="34" charset="0"/>
              <a:buChar char="•"/>
            </a:pPr>
            <a:r>
              <a:rPr lang="en-ID" sz="1200" dirty="0">
                <a:latin typeface="Arial" panose="020B0604020202020204" pitchFamily="34" charset="0"/>
              </a:rPr>
              <a:t>AMD 7 Series, Spartan™ 6, Virtex™ 6/5 FPGAs</a:t>
            </a:r>
          </a:p>
          <a:p>
            <a:pPr marL="171450" indent="-171450">
              <a:spcAft>
                <a:spcPts val="100"/>
              </a:spcAft>
              <a:buFont typeface="Arial" panose="020B0604020202020204" pitchFamily="34" charset="0"/>
              <a:buChar char="•"/>
            </a:pPr>
            <a:r>
              <a:rPr lang="en-ID" sz="1200" dirty="0">
                <a:latin typeface="Arial" panose="020B0604020202020204" pitchFamily="34" charset="0"/>
              </a:rPr>
              <a:t>Vivado™ IDE, Vitis™ software platform, PetaLinux, ISE™ design suite</a:t>
            </a:r>
          </a:p>
        </p:txBody>
      </p:sp>
      <p:sp>
        <p:nvSpPr>
          <p:cNvPr id="49" name="Rectangle: Diagonal Corners Snipped 48">
            <a:extLst>
              <a:ext uri="{FF2B5EF4-FFF2-40B4-BE49-F238E27FC236}">
                <a16:creationId xmlns:a16="http://schemas.microsoft.com/office/drawing/2014/main" id="{CD73AEE9-1D02-9A00-F83C-63AEE7B75AA6}"/>
              </a:ext>
            </a:extLst>
          </p:cNvPr>
          <p:cNvSpPr/>
          <p:nvPr/>
        </p:nvSpPr>
        <p:spPr bwMode="auto">
          <a:xfrm>
            <a:off x="3415833" y="2253180"/>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50" name="Arrow: Chevron 49">
            <a:extLst>
              <a:ext uri="{FF2B5EF4-FFF2-40B4-BE49-F238E27FC236}">
                <a16:creationId xmlns:a16="http://schemas.microsoft.com/office/drawing/2014/main" id="{D04C818D-7245-2AEA-170E-6F11BF1A020F}"/>
              </a:ext>
            </a:extLst>
          </p:cNvPr>
          <p:cNvSpPr/>
          <p:nvPr/>
        </p:nvSpPr>
        <p:spPr bwMode="auto">
          <a:xfrm>
            <a:off x="3459473" y="2296820"/>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48" name="TextBox 47">
            <a:extLst>
              <a:ext uri="{FF2B5EF4-FFF2-40B4-BE49-F238E27FC236}">
                <a16:creationId xmlns:a16="http://schemas.microsoft.com/office/drawing/2014/main" id="{7BEA7958-6FB6-36CF-9B8E-B337396B18E6}"/>
              </a:ext>
            </a:extLst>
          </p:cNvPr>
          <p:cNvSpPr txBox="1"/>
          <p:nvPr/>
        </p:nvSpPr>
        <p:spPr>
          <a:xfrm>
            <a:off x="3669561" y="2232847"/>
            <a:ext cx="2282081" cy="777136"/>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Source Classification</a:t>
            </a:r>
          </a:p>
          <a:p>
            <a:pPr marL="171450" indent="-171450">
              <a:spcAft>
                <a:spcPts val="100"/>
              </a:spcAft>
              <a:buFont typeface="Arial" panose="020B0604020202020204" pitchFamily="34" charset="0"/>
              <a:buChar char="•"/>
            </a:pPr>
            <a:r>
              <a:rPr lang="en-US" sz="1200" dirty="0">
                <a:latin typeface="Arial" panose="020B0604020202020204" pitchFamily="34" charset="0"/>
              </a:rPr>
              <a:t>Web docs</a:t>
            </a:r>
          </a:p>
          <a:p>
            <a:pPr marL="171450" indent="-171450">
              <a:spcAft>
                <a:spcPts val="100"/>
              </a:spcAft>
              <a:buFont typeface="Arial" panose="020B0604020202020204" pitchFamily="34" charset="0"/>
              <a:buChar char="•"/>
            </a:pPr>
            <a:r>
              <a:rPr lang="en-US" sz="1200" dirty="0">
                <a:latin typeface="Arial" panose="020B0604020202020204" pitchFamily="34" charset="0"/>
              </a:rPr>
              <a:t>Knowledge base</a:t>
            </a:r>
          </a:p>
          <a:p>
            <a:pPr marL="171450" indent="-171450">
              <a:spcAft>
                <a:spcPts val="100"/>
              </a:spcAft>
              <a:buFont typeface="Arial" panose="020B0604020202020204" pitchFamily="34" charset="0"/>
              <a:buChar char="•"/>
            </a:pPr>
            <a:r>
              <a:rPr lang="en-US" sz="1200" dirty="0">
                <a:latin typeface="Arial" panose="020B0604020202020204" pitchFamily="34" charset="0"/>
              </a:rPr>
              <a:t>PDF docs </a:t>
            </a:r>
          </a:p>
        </p:txBody>
      </p:sp>
      <p:sp>
        <p:nvSpPr>
          <p:cNvPr id="63" name="TextBox 62">
            <a:extLst>
              <a:ext uri="{FF2B5EF4-FFF2-40B4-BE49-F238E27FC236}">
                <a16:creationId xmlns:a16="http://schemas.microsoft.com/office/drawing/2014/main" id="{409F5BBC-2B11-0672-D275-4D99A19B15E6}"/>
              </a:ext>
            </a:extLst>
          </p:cNvPr>
          <p:cNvSpPr txBox="1"/>
          <p:nvPr/>
        </p:nvSpPr>
        <p:spPr>
          <a:xfrm>
            <a:off x="5337691" y="2430337"/>
            <a:ext cx="650819" cy="579646"/>
          </a:xfrm>
          <a:prstGeom prst="rect">
            <a:avLst/>
          </a:prstGeom>
          <a:noFill/>
        </p:spPr>
        <p:txBody>
          <a:bodyPr wrap="none" lIns="0" tIns="0" rIns="0" bIns="0">
            <a:spAutoFit/>
          </a:bodyPr>
          <a:lstStyle/>
          <a:p>
            <a:pPr marL="171450" indent="-171450">
              <a:spcAft>
                <a:spcPts val="100"/>
              </a:spcAft>
              <a:buFont typeface="Arial" panose="020B0604020202020204" pitchFamily="34" charset="0"/>
              <a:buChar char="•"/>
            </a:pPr>
            <a:r>
              <a:rPr lang="en-US" sz="1200" dirty="0">
                <a:latin typeface="Arial" panose="020B0604020202020204" pitchFamily="34" charset="0"/>
              </a:rPr>
              <a:t>Blog</a:t>
            </a:r>
          </a:p>
          <a:p>
            <a:pPr marL="171450" indent="-171450">
              <a:spcAft>
                <a:spcPts val="100"/>
              </a:spcAft>
              <a:buFont typeface="Arial" panose="020B0604020202020204" pitchFamily="34" charset="0"/>
              <a:buChar char="•"/>
            </a:pPr>
            <a:r>
              <a:rPr lang="en-US" sz="1200" dirty="0">
                <a:latin typeface="Arial" panose="020B0604020202020204" pitchFamily="34" charset="0"/>
              </a:rPr>
              <a:t>Wiki</a:t>
            </a:r>
          </a:p>
          <a:p>
            <a:pPr marL="171450" indent="-171450">
              <a:spcAft>
                <a:spcPts val="100"/>
              </a:spcAft>
              <a:buFont typeface="Arial" panose="020B0604020202020204" pitchFamily="34" charset="0"/>
              <a:buChar char="•"/>
            </a:pPr>
            <a:r>
              <a:rPr lang="en-US" sz="1200" dirty="0">
                <a:latin typeface="Arial" panose="020B0604020202020204" pitchFamily="34" charset="0"/>
              </a:rPr>
              <a:t>GitHub</a:t>
            </a:r>
          </a:p>
        </p:txBody>
      </p:sp>
      <p:sp>
        <p:nvSpPr>
          <p:cNvPr id="54" name="Rectangle: Diagonal Corners Snipped 53">
            <a:extLst>
              <a:ext uri="{FF2B5EF4-FFF2-40B4-BE49-F238E27FC236}">
                <a16:creationId xmlns:a16="http://schemas.microsoft.com/office/drawing/2014/main" id="{EC7F687A-AA14-CE7C-B915-E9F3447BC0C9}"/>
              </a:ext>
            </a:extLst>
          </p:cNvPr>
          <p:cNvSpPr/>
          <p:nvPr/>
        </p:nvSpPr>
        <p:spPr bwMode="auto">
          <a:xfrm>
            <a:off x="3415833" y="3328074"/>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55" name="Arrow: Chevron 54">
            <a:extLst>
              <a:ext uri="{FF2B5EF4-FFF2-40B4-BE49-F238E27FC236}">
                <a16:creationId xmlns:a16="http://schemas.microsoft.com/office/drawing/2014/main" id="{AA404106-EF61-431C-8874-823C6F87B925}"/>
              </a:ext>
            </a:extLst>
          </p:cNvPr>
          <p:cNvSpPr/>
          <p:nvPr/>
        </p:nvSpPr>
        <p:spPr bwMode="auto">
          <a:xfrm>
            <a:off x="3459473" y="3371714"/>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53" name="TextBox 52">
            <a:extLst>
              <a:ext uri="{FF2B5EF4-FFF2-40B4-BE49-F238E27FC236}">
                <a16:creationId xmlns:a16="http://schemas.microsoft.com/office/drawing/2014/main" id="{B0C7F97D-18F6-1C9B-D8A4-2E0EFEC16A4F}"/>
              </a:ext>
            </a:extLst>
          </p:cNvPr>
          <p:cNvSpPr txBox="1"/>
          <p:nvPr/>
        </p:nvSpPr>
        <p:spPr>
          <a:xfrm>
            <a:off x="3669561" y="3307741"/>
            <a:ext cx="2282081" cy="777136"/>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Document ID Taxonomy</a:t>
            </a:r>
          </a:p>
          <a:p>
            <a:pPr marL="171450" indent="-171450">
              <a:spcAft>
                <a:spcPts val="100"/>
              </a:spcAft>
              <a:buFont typeface="Arial" panose="020B0604020202020204" pitchFamily="34" charset="0"/>
              <a:buChar char="•"/>
            </a:pPr>
            <a:r>
              <a:rPr lang="de-DE" sz="1200">
                <a:latin typeface="Arial" panose="020B0604020202020204" pitchFamily="34" charset="0"/>
              </a:rPr>
              <a:t>UG</a:t>
            </a:r>
          </a:p>
          <a:p>
            <a:pPr marL="171450" indent="-171450">
              <a:spcAft>
                <a:spcPts val="100"/>
              </a:spcAft>
              <a:buFont typeface="Arial" panose="020B0604020202020204" pitchFamily="34" charset="0"/>
              <a:buChar char="•"/>
            </a:pPr>
            <a:r>
              <a:rPr lang="de-DE" sz="1200">
                <a:latin typeface="Arial" panose="020B0604020202020204" pitchFamily="34" charset="0"/>
              </a:rPr>
              <a:t>PG</a:t>
            </a:r>
          </a:p>
          <a:p>
            <a:pPr marL="171450" indent="-171450">
              <a:spcAft>
                <a:spcPts val="100"/>
              </a:spcAft>
              <a:buFont typeface="Arial" panose="020B0604020202020204" pitchFamily="34" charset="0"/>
              <a:buChar char="•"/>
            </a:pPr>
            <a:r>
              <a:rPr lang="de-DE" sz="1200">
                <a:latin typeface="Arial" panose="020B0604020202020204" pitchFamily="34" charset="0"/>
              </a:rPr>
              <a:t>DS</a:t>
            </a:r>
          </a:p>
        </p:txBody>
      </p:sp>
      <p:sp>
        <p:nvSpPr>
          <p:cNvPr id="56" name="TextBox 55">
            <a:extLst>
              <a:ext uri="{FF2B5EF4-FFF2-40B4-BE49-F238E27FC236}">
                <a16:creationId xmlns:a16="http://schemas.microsoft.com/office/drawing/2014/main" id="{3AE328A9-9EA4-137C-4143-4F315D9CB843}"/>
              </a:ext>
            </a:extLst>
          </p:cNvPr>
          <p:cNvSpPr txBox="1"/>
          <p:nvPr/>
        </p:nvSpPr>
        <p:spPr>
          <a:xfrm>
            <a:off x="4892178" y="3505231"/>
            <a:ext cx="476092" cy="579646"/>
          </a:xfrm>
          <a:prstGeom prst="rect">
            <a:avLst/>
          </a:prstGeom>
          <a:noFill/>
        </p:spPr>
        <p:txBody>
          <a:bodyPr wrap="none" lIns="0" tIns="0" rIns="0" bIns="0">
            <a:spAutoFit/>
          </a:bodyPr>
          <a:lstStyle/>
          <a:p>
            <a:pPr marL="171450" indent="-171450">
              <a:spcAft>
                <a:spcPts val="100"/>
              </a:spcAft>
              <a:buFont typeface="Arial" panose="020B0604020202020204" pitchFamily="34" charset="0"/>
              <a:buChar char="•"/>
            </a:pPr>
            <a:r>
              <a:rPr lang="de-DE" sz="1200">
                <a:latin typeface="Arial" panose="020B0604020202020204" pitchFamily="34" charset="0"/>
              </a:rPr>
              <a:t>WP</a:t>
            </a:r>
          </a:p>
          <a:p>
            <a:pPr marL="171450" indent="-171450">
              <a:spcAft>
                <a:spcPts val="100"/>
              </a:spcAft>
              <a:buFont typeface="Arial" panose="020B0604020202020204" pitchFamily="34" charset="0"/>
              <a:buChar char="•"/>
            </a:pPr>
            <a:r>
              <a:rPr lang="de-DE" sz="1200">
                <a:latin typeface="Arial" panose="020B0604020202020204" pitchFamily="34" charset="0"/>
              </a:rPr>
              <a:t>AR#</a:t>
            </a:r>
          </a:p>
          <a:p>
            <a:pPr marL="171450" indent="-171450">
              <a:spcAft>
                <a:spcPts val="100"/>
              </a:spcAft>
              <a:buFont typeface="Arial" panose="020B0604020202020204" pitchFamily="34" charset="0"/>
              <a:buChar char="•"/>
            </a:pPr>
            <a:r>
              <a:rPr lang="de-DE" sz="1200">
                <a:latin typeface="Arial" panose="020B0604020202020204" pitchFamily="34" charset="0"/>
              </a:rPr>
              <a:t>AM</a:t>
            </a:r>
          </a:p>
        </p:txBody>
      </p:sp>
      <p:sp>
        <p:nvSpPr>
          <p:cNvPr id="61" name="Rectangle: Diagonal Corners Snipped 60">
            <a:extLst>
              <a:ext uri="{FF2B5EF4-FFF2-40B4-BE49-F238E27FC236}">
                <a16:creationId xmlns:a16="http://schemas.microsoft.com/office/drawing/2014/main" id="{83E6E846-0B09-E05D-0B67-F4AE59A23721}"/>
              </a:ext>
            </a:extLst>
          </p:cNvPr>
          <p:cNvSpPr/>
          <p:nvPr/>
        </p:nvSpPr>
        <p:spPr bwMode="auto">
          <a:xfrm>
            <a:off x="3415833" y="4402967"/>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62" name="Arrow: Chevron 61">
            <a:extLst>
              <a:ext uri="{FF2B5EF4-FFF2-40B4-BE49-F238E27FC236}">
                <a16:creationId xmlns:a16="http://schemas.microsoft.com/office/drawing/2014/main" id="{B4404BCD-D27C-05AA-0D9C-88AE7CB73708}"/>
              </a:ext>
            </a:extLst>
          </p:cNvPr>
          <p:cNvSpPr/>
          <p:nvPr/>
        </p:nvSpPr>
        <p:spPr bwMode="auto">
          <a:xfrm>
            <a:off x="3459473" y="4446607"/>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59" name="TextBox 58">
            <a:extLst>
              <a:ext uri="{FF2B5EF4-FFF2-40B4-BE49-F238E27FC236}">
                <a16:creationId xmlns:a16="http://schemas.microsoft.com/office/drawing/2014/main" id="{11366273-91C9-C309-2920-77219E80B192}"/>
              </a:ext>
            </a:extLst>
          </p:cNvPr>
          <p:cNvSpPr txBox="1"/>
          <p:nvPr/>
        </p:nvSpPr>
        <p:spPr>
          <a:xfrm>
            <a:off x="3669561" y="4382634"/>
            <a:ext cx="2282081" cy="1343958"/>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Section-Level Indexing</a:t>
            </a:r>
          </a:p>
          <a:p>
            <a:pPr marL="171450" indent="-171450">
              <a:spcAft>
                <a:spcPts val="100"/>
              </a:spcAft>
              <a:buFont typeface="Arial" panose="020B0604020202020204" pitchFamily="34" charset="0"/>
              <a:buChar char="•"/>
            </a:pPr>
            <a:r>
              <a:rPr lang="de-DE" sz="1200" dirty="0">
                <a:latin typeface="Arial" panose="020B0604020202020204" pitchFamily="34" charset="0"/>
              </a:rPr>
              <a:t>Deep links to exact doc sections</a:t>
            </a:r>
          </a:p>
          <a:p>
            <a:pPr marL="171450" indent="-171450">
              <a:spcAft>
                <a:spcPts val="100"/>
              </a:spcAft>
              <a:buFont typeface="Arial" panose="020B0604020202020204" pitchFamily="34" charset="0"/>
              <a:buChar char="•"/>
            </a:pPr>
            <a:r>
              <a:rPr lang="de-DE" sz="1200" dirty="0">
                <a:latin typeface="Arial" panose="020B0604020202020204" pitchFamily="34" charset="0"/>
              </a:rPr>
              <a:t>UG903 → Async Clock groups</a:t>
            </a:r>
          </a:p>
          <a:p>
            <a:pPr marL="171450" indent="-171450">
              <a:spcAft>
                <a:spcPts val="100"/>
              </a:spcAft>
              <a:buFont typeface="Arial" panose="020B0604020202020204" pitchFamily="34" charset="0"/>
              <a:buChar char="•"/>
            </a:pPr>
            <a:r>
              <a:rPr lang="de-DE" sz="1200" dirty="0">
                <a:latin typeface="Arial" panose="020B0604020202020204" pitchFamily="34" charset="0"/>
              </a:rPr>
              <a:t>UG1304 → PLM responsibilities</a:t>
            </a:r>
          </a:p>
          <a:p>
            <a:pPr marL="171450" indent="-171450">
              <a:spcAft>
                <a:spcPts val="100"/>
              </a:spcAft>
              <a:buFont typeface="Arial" panose="020B0604020202020204" pitchFamily="34" charset="0"/>
              <a:buChar char="•"/>
            </a:pPr>
            <a:r>
              <a:rPr lang="de-DE" sz="1200" dirty="0">
                <a:latin typeface="Arial" panose="020B0604020202020204" pitchFamily="34" charset="0"/>
              </a:rPr>
              <a:t>UG949 → CDC methodology</a:t>
            </a:r>
          </a:p>
        </p:txBody>
      </p:sp>
      <p:sp>
        <p:nvSpPr>
          <p:cNvPr id="68" name="Rectangle: Diagonal Corners Snipped 67">
            <a:extLst>
              <a:ext uri="{FF2B5EF4-FFF2-40B4-BE49-F238E27FC236}">
                <a16:creationId xmlns:a16="http://schemas.microsoft.com/office/drawing/2014/main" id="{9A897D0C-7388-ECAC-C6D9-4B31476B012A}"/>
              </a:ext>
            </a:extLst>
          </p:cNvPr>
          <p:cNvSpPr/>
          <p:nvPr/>
        </p:nvSpPr>
        <p:spPr bwMode="auto">
          <a:xfrm>
            <a:off x="6243403" y="2253180"/>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69" name="Arrow: Chevron 68">
            <a:extLst>
              <a:ext uri="{FF2B5EF4-FFF2-40B4-BE49-F238E27FC236}">
                <a16:creationId xmlns:a16="http://schemas.microsoft.com/office/drawing/2014/main" id="{B9148705-9C07-8A52-B0EF-26F1184C2ECC}"/>
              </a:ext>
            </a:extLst>
          </p:cNvPr>
          <p:cNvSpPr/>
          <p:nvPr/>
        </p:nvSpPr>
        <p:spPr bwMode="auto">
          <a:xfrm>
            <a:off x="6287043" y="2296820"/>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66" name="TextBox 65">
            <a:extLst>
              <a:ext uri="{FF2B5EF4-FFF2-40B4-BE49-F238E27FC236}">
                <a16:creationId xmlns:a16="http://schemas.microsoft.com/office/drawing/2014/main" id="{68AEA043-74AC-868D-4356-24901FFC06DE}"/>
              </a:ext>
            </a:extLst>
          </p:cNvPr>
          <p:cNvSpPr txBox="1"/>
          <p:nvPr/>
        </p:nvSpPr>
        <p:spPr>
          <a:xfrm>
            <a:off x="6497131" y="2232847"/>
            <a:ext cx="2282081" cy="1133644"/>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Dual Retrieval Engine</a:t>
            </a:r>
          </a:p>
          <a:p>
            <a:pPr marL="171450" indent="-171450">
              <a:spcAft>
                <a:spcPts val="100"/>
              </a:spcAft>
              <a:buFont typeface="Arial" panose="020B0604020202020204" pitchFamily="34" charset="0"/>
              <a:buChar char="•"/>
            </a:pPr>
            <a:r>
              <a:rPr lang="en-US" sz="1200" dirty="0">
                <a:latin typeface="Arial" panose="020B0604020202020204" pitchFamily="34" charset="0"/>
              </a:rPr>
              <a:t>Keyword matching for TCL commands, register names, error codes</a:t>
            </a:r>
          </a:p>
          <a:p>
            <a:pPr marL="171450" indent="-171450">
              <a:spcAft>
                <a:spcPts val="100"/>
              </a:spcAft>
              <a:buFont typeface="Arial" panose="020B0604020202020204" pitchFamily="34" charset="0"/>
              <a:buChar char="•"/>
            </a:pPr>
            <a:r>
              <a:rPr lang="en-US" sz="1200" dirty="0">
                <a:latin typeface="Arial" panose="020B0604020202020204" pitchFamily="34" charset="0"/>
              </a:rPr>
              <a:t>Semantic understanding for natural language questions</a:t>
            </a:r>
          </a:p>
        </p:txBody>
      </p:sp>
      <p:sp>
        <p:nvSpPr>
          <p:cNvPr id="73" name="Rectangle: Diagonal Corners Snipped 72">
            <a:extLst>
              <a:ext uri="{FF2B5EF4-FFF2-40B4-BE49-F238E27FC236}">
                <a16:creationId xmlns:a16="http://schemas.microsoft.com/office/drawing/2014/main" id="{19211614-4508-B60C-5F7F-715278CDC99A}"/>
              </a:ext>
            </a:extLst>
          </p:cNvPr>
          <p:cNvSpPr/>
          <p:nvPr/>
        </p:nvSpPr>
        <p:spPr bwMode="auto">
          <a:xfrm>
            <a:off x="6243403" y="3624309"/>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74" name="Arrow: Chevron 73">
            <a:extLst>
              <a:ext uri="{FF2B5EF4-FFF2-40B4-BE49-F238E27FC236}">
                <a16:creationId xmlns:a16="http://schemas.microsoft.com/office/drawing/2014/main" id="{C5606D8E-FB94-3AE6-C807-5BF5B9E7BB9E}"/>
              </a:ext>
            </a:extLst>
          </p:cNvPr>
          <p:cNvSpPr/>
          <p:nvPr/>
        </p:nvSpPr>
        <p:spPr bwMode="auto">
          <a:xfrm>
            <a:off x="6287043" y="3667949"/>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72" name="TextBox 71">
            <a:extLst>
              <a:ext uri="{FF2B5EF4-FFF2-40B4-BE49-F238E27FC236}">
                <a16:creationId xmlns:a16="http://schemas.microsoft.com/office/drawing/2014/main" id="{C3FA4532-6485-9E12-DF54-7C401439BC00}"/>
              </a:ext>
            </a:extLst>
          </p:cNvPr>
          <p:cNvSpPr txBox="1"/>
          <p:nvPr/>
        </p:nvSpPr>
        <p:spPr>
          <a:xfrm>
            <a:off x="6497131" y="3603976"/>
            <a:ext cx="2282081" cy="961802"/>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Flexible Search Modes</a:t>
            </a:r>
          </a:p>
          <a:p>
            <a:pPr marL="171450" indent="-171450">
              <a:spcAft>
                <a:spcPts val="100"/>
              </a:spcAft>
              <a:buFont typeface="Arial" panose="020B0604020202020204" pitchFamily="34" charset="0"/>
              <a:buChar char="•"/>
            </a:pPr>
            <a:r>
              <a:rPr lang="en-US" sz="1200" dirty="0">
                <a:latin typeface="Arial" panose="020B0604020202020204" pitchFamily="34" charset="0"/>
              </a:rPr>
              <a:t>Precision: exact term lookup</a:t>
            </a:r>
          </a:p>
          <a:p>
            <a:pPr marL="171450" indent="-171450">
              <a:spcAft>
                <a:spcPts val="100"/>
              </a:spcAft>
              <a:buFont typeface="Arial" panose="020B0604020202020204" pitchFamily="34" charset="0"/>
              <a:buChar char="•"/>
            </a:pPr>
            <a:r>
              <a:rPr lang="en-US" sz="1200" dirty="0">
                <a:latin typeface="Arial" panose="020B0604020202020204" pitchFamily="34" charset="0"/>
              </a:rPr>
              <a:t>Balanced: keyword + semantic</a:t>
            </a:r>
          </a:p>
          <a:p>
            <a:pPr marL="171450" indent="-171450">
              <a:spcAft>
                <a:spcPts val="100"/>
              </a:spcAft>
              <a:buFont typeface="Arial" panose="020B0604020202020204" pitchFamily="34" charset="0"/>
              <a:buChar char="•"/>
            </a:pPr>
            <a:r>
              <a:rPr lang="en-US" sz="1200" dirty="0">
                <a:latin typeface="Arial" panose="020B0604020202020204" pitchFamily="34" charset="0"/>
              </a:rPr>
              <a:t>Exploration: intent-based discovery</a:t>
            </a:r>
          </a:p>
        </p:txBody>
      </p:sp>
      <p:sp>
        <p:nvSpPr>
          <p:cNvPr id="78" name="Rectangle: Diagonal Corners Snipped 77">
            <a:extLst>
              <a:ext uri="{FF2B5EF4-FFF2-40B4-BE49-F238E27FC236}">
                <a16:creationId xmlns:a16="http://schemas.microsoft.com/office/drawing/2014/main" id="{38797B33-C4D2-E09B-AA97-5A1FDB4C0D68}"/>
              </a:ext>
            </a:extLst>
          </p:cNvPr>
          <p:cNvSpPr/>
          <p:nvPr/>
        </p:nvSpPr>
        <p:spPr bwMode="auto">
          <a:xfrm>
            <a:off x="6243403" y="4818581"/>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79" name="Arrow: Chevron 78">
            <a:extLst>
              <a:ext uri="{FF2B5EF4-FFF2-40B4-BE49-F238E27FC236}">
                <a16:creationId xmlns:a16="http://schemas.microsoft.com/office/drawing/2014/main" id="{2F3EB653-B735-2DAA-167F-2CC89E68BC7F}"/>
              </a:ext>
            </a:extLst>
          </p:cNvPr>
          <p:cNvSpPr/>
          <p:nvPr/>
        </p:nvSpPr>
        <p:spPr bwMode="auto">
          <a:xfrm>
            <a:off x="6287043" y="4862221"/>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77" name="TextBox 76">
            <a:extLst>
              <a:ext uri="{FF2B5EF4-FFF2-40B4-BE49-F238E27FC236}">
                <a16:creationId xmlns:a16="http://schemas.microsoft.com/office/drawing/2014/main" id="{83BD419F-A524-F327-ACE6-BD8FE85EC9D5}"/>
              </a:ext>
            </a:extLst>
          </p:cNvPr>
          <p:cNvSpPr txBox="1"/>
          <p:nvPr/>
        </p:nvSpPr>
        <p:spPr>
          <a:xfrm>
            <a:off x="6497131" y="4798248"/>
            <a:ext cx="2282081" cy="1133644"/>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Result Control</a:t>
            </a:r>
          </a:p>
          <a:p>
            <a:pPr marL="171450" indent="-171450">
              <a:spcAft>
                <a:spcPts val="100"/>
              </a:spcAft>
              <a:buFont typeface="Arial" panose="020B0604020202020204" pitchFamily="34" charset="0"/>
              <a:buChar char="•"/>
            </a:pPr>
            <a:r>
              <a:rPr lang="en-US" sz="1200" dirty="0">
                <a:latin typeface="Arial" panose="020B0604020202020204" pitchFamily="34" charset="0"/>
              </a:rPr>
              <a:t>Adjustable depth: focused answer to comprehensive survey</a:t>
            </a:r>
          </a:p>
          <a:p>
            <a:pPr marL="171450" indent="-171450">
              <a:spcAft>
                <a:spcPts val="100"/>
              </a:spcAft>
              <a:buFont typeface="Arial" panose="020B0604020202020204" pitchFamily="34" charset="0"/>
              <a:buChar char="•"/>
            </a:pPr>
            <a:r>
              <a:rPr lang="en-US" sz="1200" dirty="0">
                <a:latin typeface="Arial" panose="020B0604020202020204" pitchFamily="34" charset="0"/>
              </a:rPr>
              <a:t>Every result cites doc ID + URL</a:t>
            </a:r>
          </a:p>
        </p:txBody>
      </p:sp>
      <p:sp>
        <p:nvSpPr>
          <p:cNvPr id="83" name="Rectangle: Diagonal Corners Snipped 82">
            <a:extLst>
              <a:ext uri="{FF2B5EF4-FFF2-40B4-BE49-F238E27FC236}">
                <a16:creationId xmlns:a16="http://schemas.microsoft.com/office/drawing/2014/main" id="{FB759838-2332-009E-F311-75A774631C1D}"/>
              </a:ext>
            </a:extLst>
          </p:cNvPr>
          <p:cNvSpPr/>
          <p:nvPr/>
        </p:nvSpPr>
        <p:spPr bwMode="auto">
          <a:xfrm>
            <a:off x="9070974" y="2253180"/>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84" name="Arrow: Chevron 83">
            <a:extLst>
              <a:ext uri="{FF2B5EF4-FFF2-40B4-BE49-F238E27FC236}">
                <a16:creationId xmlns:a16="http://schemas.microsoft.com/office/drawing/2014/main" id="{416A35C8-BC32-3F2A-4944-63191558C4BB}"/>
              </a:ext>
            </a:extLst>
          </p:cNvPr>
          <p:cNvSpPr/>
          <p:nvPr/>
        </p:nvSpPr>
        <p:spPr bwMode="auto">
          <a:xfrm>
            <a:off x="9114614" y="2296820"/>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82" name="TextBox 81">
            <a:extLst>
              <a:ext uri="{FF2B5EF4-FFF2-40B4-BE49-F238E27FC236}">
                <a16:creationId xmlns:a16="http://schemas.microsoft.com/office/drawing/2014/main" id="{67C0C9AE-9902-267E-AB64-D28A83420393}"/>
              </a:ext>
            </a:extLst>
          </p:cNvPr>
          <p:cNvSpPr txBox="1"/>
          <p:nvPr/>
        </p:nvSpPr>
        <p:spPr>
          <a:xfrm>
            <a:off x="9324702" y="2232847"/>
            <a:ext cx="2282081" cy="1146468"/>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Cross-Referenced Answers</a:t>
            </a:r>
          </a:p>
          <a:p>
            <a:pPr marL="171450" indent="-171450">
              <a:spcAft>
                <a:spcPts val="100"/>
              </a:spcAft>
              <a:buFont typeface="Arial" panose="020B0604020202020204" pitchFamily="34" charset="0"/>
              <a:buChar char="•"/>
            </a:pPr>
            <a:r>
              <a:rPr lang="en-US" sz="1200" dirty="0">
                <a:latin typeface="Arial" panose="020B0604020202020204" pitchFamily="34" charset="0"/>
              </a:rPr>
              <a:t>Results link to related docs</a:t>
            </a:r>
          </a:p>
          <a:p>
            <a:pPr marL="171450" indent="-171450">
              <a:spcAft>
                <a:spcPts val="100"/>
              </a:spcAft>
              <a:buFont typeface="Arial" panose="020B0604020202020204" pitchFamily="34" charset="0"/>
              <a:buChar char="•"/>
            </a:pPr>
            <a:r>
              <a:rPr lang="en-US" sz="1200" dirty="0">
                <a:latin typeface="Arial" panose="020B0604020202020204" pitchFamily="34" charset="0"/>
              </a:rPr>
              <a:t>e.g., UG949 → UG903 → UG1387</a:t>
            </a:r>
          </a:p>
          <a:p>
            <a:pPr marL="171450" indent="-171450">
              <a:spcAft>
                <a:spcPts val="100"/>
              </a:spcAft>
              <a:buFont typeface="Arial" panose="020B0604020202020204" pitchFamily="34" charset="0"/>
              <a:buChar char="•"/>
            </a:pPr>
            <a:r>
              <a:rPr lang="en-US" sz="1200" dirty="0">
                <a:latin typeface="Arial" panose="020B0604020202020204" pitchFamily="34" charset="0"/>
              </a:rPr>
              <a:t>Design advisories auto-surfaced</a:t>
            </a:r>
          </a:p>
        </p:txBody>
      </p:sp>
      <p:sp>
        <p:nvSpPr>
          <p:cNvPr id="88" name="Rectangle: Diagonal Corners Snipped 87">
            <a:extLst>
              <a:ext uri="{FF2B5EF4-FFF2-40B4-BE49-F238E27FC236}">
                <a16:creationId xmlns:a16="http://schemas.microsoft.com/office/drawing/2014/main" id="{55CC8970-3E52-2E0A-8B62-C021F610CE6D}"/>
              </a:ext>
            </a:extLst>
          </p:cNvPr>
          <p:cNvSpPr/>
          <p:nvPr/>
        </p:nvSpPr>
        <p:spPr bwMode="auto">
          <a:xfrm>
            <a:off x="9070974" y="3472332"/>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89" name="Arrow: Chevron 88">
            <a:extLst>
              <a:ext uri="{FF2B5EF4-FFF2-40B4-BE49-F238E27FC236}">
                <a16:creationId xmlns:a16="http://schemas.microsoft.com/office/drawing/2014/main" id="{1B3BD10F-AE1E-6A5C-FAAC-AB6642689414}"/>
              </a:ext>
            </a:extLst>
          </p:cNvPr>
          <p:cNvSpPr/>
          <p:nvPr/>
        </p:nvSpPr>
        <p:spPr bwMode="auto">
          <a:xfrm>
            <a:off x="9114614" y="3515973"/>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87" name="TextBox 86">
            <a:extLst>
              <a:ext uri="{FF2B5EF4-FFF2-40B4-BE49-F238E27FC236}">
                <a16:creationId xmlns:a16="http://schemas.microsoft.com/office/drawing/2014/main" id="{1FABD6DD-52AB-8378-5A01-36A2183BA6CC}"/>
              </a:ext>
            </a:extLst>
          </p:cNvPr>
          <p:cNvSpPr txBox="1"/>
          <p:nvPr/>
        </p:nvSpPr>
        <p:spPr>
          <a:xfrm>
            <a:off x="9324702" y="3460546"/>
            <a:ext cx="2282081" cy="961802"/>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Design-Phase Mapping</a:t>
            </a:r>
          </a:p>
          <a:p>
            <a:pPr marL="171450" indent="-171450">
              <a:spcAft>
                <a:spcPts val="100"/>
              </a:spcAft>
              <a:buFont typeface="Arial" panose="020B0604020202020204" pitchFamily="34" charset="0"/>
              <a:buChar char="•"/>
            </a:pPr>
            <a:r>
              <a:rPr lang="en-US" sz="1200" dirty="0">
                <a:latin typeface="Arial" panose="020B0604020202020204" pitchFamily="34" charset="0"/>
              </a:rPr>
              <a:t>Matches query to design stage</a:t>
            </a:r>
          </a:p>
          <a:p>
            <a:pPr marL="171450" indent="-171450">
              <a:spcAft>
                <a:spcPts val="100"/>
              </a:spcAft>
              <a:buFont typeface="Arial" panose="020B0604020202020204" pitchFamily="34" charset="0"/>
              <a:buChar char="•"/>
            </a:pPr>
            <a:r>
              <a:rPr lang="en-US" sz="1200" dirty="0">
                <a:latin typeface="Arial" panose="020B0604020202020204" pitchFamily="34" charset="0"/>
              </a:rPr>
              <a:t>RTL → Synth → Impl → Debug</a:t>
            </a:r>
          </a:p>
          <a:p>
            <a:pPr marL="171450" indent="-171450">
              <a:spcAft>
                <a:spcPts val="100"/>
              </a:spcAft>
              <a:buFont typeface="Arial" panose="020B0604020202020204" pitchFamily="34" charset="0"/>
              <a:buChar char="•"/>
            </a:pPr>
            <a:r>
              <a:rPr lang="en-US" sz="1200" dirty="0">
                <a:latin typeface="Arial" panose="020B0604020202020204" pitchFamily="34" charset="0"/>
              </a:rPr>
              <a:t>Phase-appropriate doc priority</a:t>
            </a:r>
          </a:p>
        </p:txBody>
      </p:sp>
      <p:sp>
        <p:nvSpPr>
          <p:cNvPr id="93" name="Rectangle: Diagonal Corners Snipped 92">
            <a:extLst>
              <a:ext uri="{FF2B5EF4-FFF2-40B4-BE49-F238E27FC236}">
                <a16:creationId xmlns:a16="http://schemas.microsoft.com/office/drawing/2014/main" id="{AC7C16A3-C2B7-66F5-612C-7AE68EFB68F0}"/>
              </a:ext>
            </a:extLst>
          </p:cNvPr>
          <p:cNvSpPr/>
          <p:nvPr/>
        </p:nvSpPr>
        <p:spPr bwMode="auto">
          <a:xfrm>
            <a:off x="9070974" y="4520950"/>
            <a:ext cx="144000" cy="144000"/>
          </a:xfrm>
          <a:prstGeom prst="snip2DiagRect">
            <a:avLst>
              <a:gd name="adj1" fmla="val 0"/>
              <a:gd name="adj2" fmla="val 10317"/>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94" name="Arrow: Chevron 93">
            <a:extLst>
              <a:ext uri="{FF2B5EF4-FFF2-40B4-BE49-F238E27FC236}">
                <a16:creationId xmlns:a16="http://schemas.microsoft.com/office/drawing/2014/main" id="{504CD7D8-6F91-67EB-5F1B-BE3B6B17C98F}"/>
              </a:ext>
            </a:extLst>
          </p:cNvPr>
          <p:cNvSpPr/>
          <p:nvPr/>
        </p:nvSpPr>
        <p:spPr bwMode="auto">
          <a:xfrm>
            <a:off x="9114614" y="4564586"/>
            <a:ext cx="56720" cy="56720"/>
          </a:xfrm>
          <a:prstGeom prst="chevron">
            <a:avLst>
              <a:gd name="adj" fmla="val 63953"/>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solidFill>
                <a:schemeClr val="tx1"/>
              </a:solidFill>
              <a:ea typeface="Segoe UI" pitchFamily="34" charset="0"/>
              <a:cs typeface="Segoe UI" pitchFamily="34" charset="0"/>
            </a:endParaRPr>
          </a:p>
        </p:txBody>
      </p:sp>
      <p:sp>
        <p:nvSpPr>
          <p:cNvPr id="92" name="TextBox 91">
            <a:extLst>
              <a:ext uri="{FF2B5EF4-FFF2-40B4-BE49-F238E27FC236}">
                <a16:creationId xmlns:a16="http://schemas.microsoft.com/office/drawing/2014/main" id="{360C2787-45A0-503A-D138-311899C7D191}"/>
              </a:ext>
            </a:extLst>
          </p:cNvPr>
          <p:cNvSpPr txBox="1"/>
          <p:nvPr/>
        </p:nvSpPr>
        <p:spPr>
          <a:xfrm>
            <a:off x="9324702" y="4500617"/>
            <a:ext cx="2282081" cy="961802"/>
          </a:xfrm>
          <a:prstGeom prst="rect">
            <a:avLst/>
          </a:prstGeom>
          <a:noFill/>
        </p:spPr>
        <p:txBody>
          <a:bodyPr wrap="square" lIns="0" tIns="0" rIns="0" bIns="0">
            <a:spAutoFit/>
          </a:bodyPr>
          <a:lstStyle/>
          <a:p>
            <a:pPr algn="l">
              <a:spcAft>
                <a:spcPts val="100"/>
              </a:spcAft>
            </a:pPr>
            <a:r>
              <a:rPr lang="en-ID" sz="1200" dirty="0">
                <a:latin typeface="Arial" panose="020B0604020202020204" pitchFamily="34" charset="0"/>
              </a:rPr>
              <a:t>Actionable Responses</a:t>
            </a:r>
          </a:p>
          <a:p>
            <a:pPr marL="171450" indent="-171450">
              <a:spcAft>
                <a:spcPts val="100"/>
              </a:spcAft>
              <a:buFont typeface="Arial" panose="020B0604020202020204" pitchFamily="34" charset="0"/>
              <a:buChar char="•"/>
            </a:pPr>
            <a:r>
              <a:rPr lang="en-US" sz="1200" dirty="0">
                <a:latin typeface="Arial" panose="020B0604020202020204" pitchFamily="34" charset="0"/>
              </a:rPr>
              <a:t>Full context excerpts, not titles</a:t>
            </a:r>
          </a:p>
          <a:p>
            <a:pPr marL="171450" indent="-171450">
              <a:spcAft>
                <a:spcPts val="100"/>
              </a:spcAft>
              <a:buFont typeface="Arial" panose="020B0604020202020204" pitchFamily="34" charset="0"/>
              <a:buChar char="•"/>
            </a:pPr>
            <a:r>
              <a:rPr lang="en-US" sz="1200" dirty="0">
                <a:latin typeface="Arial" panose="020B0604020202020204" pitchFamily="34" charset="0"/>
              </a:rPr>
              <a:t>Tcl commands included inline</a:t>
            </a:r>
          </a:p>
          <a:p>
            <a:pPr marL="171450" indent="-171450">
              <a:spcAft>
                <a:spcPts val="100"/>
              </a:spcAft>
              <a:buFont typeface="Arial" panose="020B0604020202020204" pitchFamily="34" charset="0"/>
              <a:buChar char="•"/>
            </a:pPr>
            <a:r>
              <a:rPr lang="en-US" sz="1200" dirty="0">
                <a:latin typeface="Arial" panose="020B0604020202020204" pitchFamily="34" charset="0"/>
              </a:rPr>
              <a:t>Step-by-step guidance from UGs</a:t>
            </a:r>
          </a:p>
        </p:txBody>
      </p:sp>
    </p:spTree>
    <p:extLst>
      <p:ext uri="{BB962C8B-B14F-4D97-AF65-F5344CB8AC3E}">
        <p14:creationId xmlns:p14="http://schemas.microsoft.com/office/powerpoint/2010/main" val="149272625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241F0BD-0CA6-E0DC-9D47-F9F72559531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10" name="think-cell data - do not delete" hidden="1">
                        <a:extLst>
                          <a:ext uri="{FF2B5EF4-FFF2-40B4-BE49-F238E27FC236}">
                            <a16:creationId xmlns:a16="http://schemas.microsoft.com/office/drawing/2014/main" id="{8241F0BD-0CA6-E0DC-9D47-F9F72559531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7162258-B426-9945-EC9B-FDBF1279D9D4}"/>
              </a:ext>
            </a:extLst>
          </p:cNvPr>
          <p:cNvSpPr>
            <a:spLocks noGrp="1"/>
          </p:cNvSpPr>
          <p:nvPr>
            <p:ph type="title"/>
          </p:nvPr>
        </p:nvSpPr>
        <p:spPr>
          <a:xfrm>
            <a:off x="588263" y="591790"/>
            <a:ext cx="4180507" cy="1292662"/>
          </a:xfrm>
        </p:spPr>
        <p:txBody>
          <a:bodyPr vert="horz" wrap="square" rIns="0">
            <a:spAutoFit/>
          </a:bodyPr>
          <a:lstStyle/>
          <a:p>
            <a:r>
              <a:rPr lang="en-US" dirty="0">
                <a:latin typeface="Arial Bold" panose="020B0704020202020204" pitchFamily="34" charset="0"/>
              </a:rPr>
              <a:t>Why AMD Vivado IDE Knowledge is Critical for Agentic AI Flow</a:t>
            </a:r>
            <a:endParaRPr lang="en-ID" dirty="0">
              <a:latin typeface="Arial Bold" panose="020B0704020202020204" pitchFamily="34" charset="0"/>
            </a:endParaRPr>
          </a:p>
        </p:txBody>
      </p:sp>
      <p:grpSp>
        <p:nvGrpSpPr>
          <p:cNvPr id="14" name="Group 13">
            <a:extLst>
              <a:ext uri="{FF2B5EF4-FFF2-40B4-BE49-F238E27FC236}">
                <a16:creationId xmlns:a16="http://schemas.microsoft.com/office/drawing/2014/main" id="{F83C7D49-3DE8-AF2E-A153-E2CE30768B80}"/>
              </a:ext>
            </a:extLst>
          </p:cNvPr>
          <p:cNvGrpSpPr/>
          <p:nvPr/>
        </p:nvGrpSpPr>
        <p:grpSpPr>
          <a:xfrm>
            <a:off x="0" y="5299035"/>
            <a:ext cx="4676172" cy="862772"/>
            <a:chOff x="0" y="2983012"/>
            <a:chExt cx="4676172" cy="1561155"/>
          </a:xfrm>
        </p:grpSpPr>
        <p:sp>
          <p:nvSpPr>
            <p:cNvPr id="13" name="Rounded Rectangle 2">
              <a:extLst>
                <a:ext uri="{FF2B5EF4-FFF2-40B4-BE49-F238E27FC236}">
                  <a16:creationId xmlns:a16="http://schemas.microsoft.com/office/drawing/2014/main" id="{B48EDEC6-A261-5C19-0772-6B20CE0F2A02}"/>
                </a:ext>
              </a:extLst>
            </p:cNvPr>
            <p:cNvSpPr/>
            <p:nvPr/>
          </p:nvSpPr>
          <p:spPr>
            <a:xfrm>
              <a:off x="0" y="2983012"/>
              <a:ext cx="4676172" cy="1561155"/>
            </a:xfrm>
            <a:prstGeom prst="snip1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l">
                <a:spcAft>
                  <a:spcPts val="0"/>
                </a:spcAft>
              </a:pPr>
              <a:endParaRPr sz="1200" b="0" dirty="0">
                <a:solidFill>
                  <a:schemeClr val="tx1"/>
                </a:solidFill>
              </a:endParaRPr>
            </a:p>
          </p:txBody>
        </p:sp>
        <p:sp>
          <p:nvSpPr>
            <p:cNvPr id="6" name="TextBox 5">
              <a:extLst>
                <a:ext uri="{FF2B5EF4-FFF2-40B4-BE49-F238E27FC236}">
                  <a16:creationId xmlns:a16="http://schemas.microsoft.com/office/drawing/2014/main" id="{301ABC92-87CE-8D3A-179A-A3B58AD0292E}"/>
                </a:ext>
              </a:extLst>
            </p:cNvPr>
            <p:cNvSpPr txBox="1"/>
            <p:nvPr/>
          </p:nvSpPr>
          <p:spPr>
            <a:xfrm>
              <a:off x="588263" y="3371689"/>
              <a:ext cx="3254532" cy="553998"/>
            </a:xfrm>
            <a:prstGeom prst="rect">
              <a:avLst/>
            </a:prstGeom>
            <a:noFill/>
          </p:spPr>
          <p:txBody>
            <a:bodyPr wrap="square" lIns="0" tIns="0" rIns="0" bIns="0" rtlCol="0">
              <a:spAutoFit/>
            </a:bodyPr>
            <a:lstStyle/>
            <a:p>
              <a:pPr algn="l">
                <a:buClr>
                  <a:schemeClr val="accent1"/>
                </a:buClr>
                <a:buSzPct val="60000"/>
              </a:pPr>
              <a:r>
                <a:rPr lang="en-US" sz="1800" b="1" dirty="0">
                  <a:latin typeface="Arial" panose="020B0604020202020204" pitchFamily="34" charset="0"/>
                  <a:cs typeface="Arial" panose="020B0604020202020204" pitchFamily="34" charset="0"/>
                </a:rPr>
                <a:t>Cursor</a:t>
              </a:r>
              <a:r>
                <a:rPr lang="en-US" sz="1800" dirty="0">
                  <a:latin typeface="Arial" panose="020B0604020202020204" pitchFamily="34" charset="0"/>
                  <a:cs typeface="Arial" panose="020B0604020202020204" pitchFamily="34" charset="0"/>
                </a:rPr>
                <a:t> CLI using Sonnet 4.5 LLM w/ &amp; w/o Docs MCP</a:t>
              </a:r>
            </a:p>
          </p:txBody>
        </p:sp>
      </p:grpSp>
      <p:grpSp>
        <p:nvGrpSpPr>
          <p:cNvPr id="12" name="Group 11">
            <a:extLst>
              <a:ext uri="{FF2B5EF4-FFF2-40B4-BE49-F238E27FC236}">
                <a16:creationId xmlns:a16="http://schemas.microsoft.com/office/drawing/2014/main" id="{F2484A53-064B-B2FE-32B6-6671642700A9}"/>
              </a:ext>
            </a:extLst>
          </p:cNvPr>
          <p:cNvGrpSpPr/>
          <p:nvPr/>
        </p:nvGrpSpPr>
        <p:grpSpPr>
          <a:xfrm>
            <a:off x="5299075" y="591790"/>
            <a:ext cx="6307708" cy="5697017"/>
            <a:chOff x="75077" y="5196160"/>
            <a:chExt cx="7981200" cy="7208487"/>
          </a:xfrm>
        </p:grpSpPr>
        <p:pic>
          <p:nvPicPr>
            <p:cNvPr id="5" name="Picture 4">
              <a:extLst>
                <a:ext uri="{FF2B5EF4-FFF2-40B4-BE49-F238E27FC236}">
                  <a16:creationId xmlns:a16="http://schemas.microsoft.com/office/drawing/2014/main" id="{C3932FBC-8757-465C-642D-7C1A18787E50}"/>
                </a:ext>
              </a:extLst>
            </p:cNvPr>
            <p:cNvPicPr>
              <a:picLocks noChangeAspect="1"/>
            </p:cNvPicPr>
            <p:nvPr/>
          </p:nvPicPr>
          <p:blipFill>
            <a:blip r:embed="rId6"/>
            <a:stretch>
              <a:fillRect/>
            </a:stretch>
          </p:blipFill>
          <p:spPr>
            <a:xfrm>
              <a:off x="75077" y="6228459"/>
              <a:ext cx="7981200" cy="6176188"/>
            </a:xfrm>
            <a:prstGeom prst="rect">
              <a:avLst/>
            </a:prstGeom>
          </p:spPr>
        </p:pic>
        <p:pic>
          <p:nvPicPr>
            <p:cNvPr id="11" name="Picture 10">
              <a:extLst>
                <a:ext uri="{FF2B5EF4-FFF2-40B4-BE49-F238E27FC236}">
                  <a16:creationId xmlns:a16="http://schemas.microsoft.com/office/drawing/2014/main" id="{76373343-9162-57FA-48C8-3460D61FE08B}"/>
                </a:ext>
              </a:extLst>
            </p:cNvPr>
            <p:cNvPicPr>
              <a:picLocks noChangeAspect="1"/>
            </p:cNvPicPr>
            <p:nvPr/>
          </p:nvPicPr>
          <p:blipFill>
            <a:blip r:embed="rId7"/>
            <a:stretch>
              <a:fillRect/>
            </a:stretch>
          </p:blipFill>
          <p:spPr>
            <a:xfrm>
              <a:off x="75079" y="5196160"/>
              <a:ext cx="7981017" cy="1147696"/>
            </a:xfrm>
            <a:prstGeom prst="rect">
              <a:avLst/>
            </a:prstGeom>
          </p:spPr>
        </p:pic>
      </p:grpSp>
      <p:sp>
        <p:nvSpPr>
          <p:cNvPr id="15" name="Rectangle 14">
            <a:extLst>
              <a:ext uri="{FF2B5EF4-FFF2-40B4-BE49-F238E27FC236}">
                <a16:creationId xmlns:a16="http://schemas.microsoft.com/office/drawing/2014/main" id="{73C4BABB-7D7C-4BDA-C309-96DFF085E2AA}"/>
              </a:ext>
            </a:extLst>
          </p:cNvPr>
          <p:cNvSpPr/>
          <p:nvPr/>
        </p:nvSpPr>
        <p:spPr bwMode="auto">
          <a:xfrm>
            <a:off x="5334635" y="2316480"/>
            <a:ext cx="3052445" cy="3931920"/>
          </a:xfrm>
          <a:prstGeom prst="rect">
            <a:avLst/>
          </a:prstGeom>
          <a:noFill/>
          <a:ln w="381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15">
            <a:extLst>
              <a:ext uri="{FF2B5EF4-FFF2-40B4-BE49-F238E27FC236}">
                <a16:creationId xmlns:a16="http://schemas.microsoft.com/office/drawing/2014/main" id="{51393F6D-A3FC-2DBA-6DBA-2A0E2D574150}"/>
              </a:ext>
            </a:extLst>
          </p:cNvPr>
          <p:cNvSpPr/>
          <p:nvPr/>
        </p:nvSpPr>
        <p:spPr bwMode="auto">
          <a:xfrm>
            <a:off x="6915150" y="1693545"/>
            <a:ext cx="1471930" cy="535305"/>
          </a:xfrm>
          <a:prstGeom prst="rect">
            <a:avLst/>
          </a:prstGeom>
          <a:noFill/>
          <a:ln w="38100">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gradFill>
                <a:gsLst>
                  <a:gs pos="0">
                    <a:srgbClr val="FFFFFF"/>
                  </a:gs>
                  <a:gs pos="100000">
                    <a:srgbClr val="FFFFFF"/>
                  </a:gs>
                </a:gsLst>
                <a:lin ang="5400000" scaled="0"/>
              </a:gradFill>
              <a:ea typeface="Segoe UI" pitchFamily="34" charset="0"/>
              <a:cs typeface="Segoe UI" pitchFamily="34" charset="0"/>
            </a:endParaRPr>
          </a:p>
        </p:txBody>
      </p:sp>
      <p:sp>
        <p:nvSpPr>
          <p:cNvPr id="3" name="Rounded Rectangle 4">
            <a:extLst>
              <a:ext uri="{FF2B5EF4-FFF2-40B4-BE49-F238E27FC236}">
                <a16:creationId xmlns:a16="http://schemas.microsoft.com/office/drawing/2014/main" id="{54259B51-9C39-46DE-D27B-500B32C1A69F}"/>
              </a:ext>
            </a:extLst>
          </p:cNvPr>
          <p:cNvSpPr/>
          <p:nvPr/>
        </p:nvSpPr>
        <p:spPr>
          <a:xfrm>
            <a:off x="1" y="2228348"/>
            <a:ext cx="4711732" cy="2853791"/>
          </a:xfrm>
          <a:prstGeom prst="snipRoundRect">
            <a:avLst>
              <a:gd name="adj1" fmla="val 0"/>
              <a:gd name="adj2" fmla="val 16667"/>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endParaRPr lang="en-US" sz="1200" dirty="0">
              <a:solidFill>
                <a:schemeClr val="tx1"/>
              </a:solidFill>
            </a:endParaRPr>
          </a:p>
        </p:txBody>
      </p:sp>
      <p:sp>
        <p:nvSpPr>
          <p:cNvPr id="9" name="TextBox 8">
            <a:extLst>
              <a:ext uri="{FF2B5EF4-FFF2-40B4-BE49-F238E27FC236}">
                <a16:creationId xmlns:a16="http://schemas.microsoft.com/office/drawing/2014/main" id="{81B1957C-AC09-6DC6-3878-0EE5B28AE7CF}"/>
              </a:ext>
            </a:extLst>
          </p:cNvPr>
          <p:cNvSpPr txBox="1"/>
          <p:nvPr/>
        </p:nvSpPr>
        <p:spPr>
          <a:xfrm>
            <a:off x="457200" y="2516470"/>
            <a:ext cx="4127500" cy="2277547"/>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1400" dirty="0">
                <a:solidFill>
                  <a:schemeClr val="bg1"/>
                </a:solidFill>
              </a:rPr>
              <a:t>LLMs without MCP often search the internet and can be wrong on Vivado™ IDE questions</a:t>
            </a:r>
          </a:p>
          <a:p>
            <a:pPr marL="285750" indent="-285750">
              <a:spcBef>
                <a:spcPts val="600"/>
              </a:spcBef>
              <a:spcAft>
                <a:spcPts val="600"/>
              </a:spcAft>
              <a:buFont typeface="Arial" panose="020B0604020202020204" pitchFamily="34" charset="0"/>
              <a:buChar char="•"/>
            </a:pPr>
            <a:r>
              <a:rPr lang="en-US" sz="1400" dirty="0">
                <a:solidFill>
                  <a:schemeClr val="bg1"/>
                </a:solidFill>
              </a:rPr>
              <a:t>MCP doc search pulls answers from authoritative AMD sources </a:t>
            </a:r>
          </a:p>
          <a:p>
            <a:pPr marL="285750" indent="-285750">
              <a:spcBef>
                <a:spcPts val="600"/>
              </a:spcBef>
              <a:spcAft>
                <a:spcPts val="600"/>
              </a:spcAft>
              <a:buFont typeface="Arial" panose="020B0604020202020204" pitchFamily="34" charset="0"/>
              <a:buChar char="•"/>
            </a:pPr>
            <a:r>
              <a:rPr lang="en-US" sz="1400" dirty="0">
                <a:solidFill>
                  <a:schemeClr val="bg1"/>
                </a:solidFill>
              </a:rPr>
              <a:t>Measured using SME-created ground-truth Q/A pairs to test LLMs with and without MCP</a:t>
            </a:r>
          </a:p>
          <a:p>
            <a:pPr marL="285750" indent="-285750">
              <a:spcBef>
                <a:spcPts val="600"/>
              </a:spcBef>
              <a:spcAft>
                <a:spcPts val="600"/>
              </a:spcAft>
              <a:buFont typeface="Arial" panose="020B0604020202020204" pitchFamily="34" charset="0"/>
              <a:buChar char="•"/>
            </a:pPr>
            <a:r>
              <a:rPr lang="en-US" sz="1400" dirty="0">
                <a:solidFill>
                  <a:schemeClr val="bg1"/>
                </a:solidFill>
              </a:rPr>
              <a:t>Result: Deliver consistently more accurate responses</a:t>
            </a:r>
          </a:p>
        </p:txBody>
      </p:sp>
    </p:spTree>
    <p:extLst>
      <p:ext uri="{BB962C8B-B14F-4D97-AF65-F5344CB8AC3E}">
        <p14:creationId xmlns:p14="http://schemas.microsoft.com/office/powerpoint/2010/main" val="17101521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83888DBC-61A4-E250-36C4-3BF1259B0B6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71" name="think-cell data - do not delete" hidden="1">
                        <a:extLst>
                          <a:ext uri="{FF2B5EF4-FFF2-40B4-BE49-F238E27FC236}">
                            <a16:creationId xmlns:a16="http://schemas.microsoft.com/office/drawing/2014/main" id="{83888DBC-61A4-E250-36C4-3BF1259B0B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8E32D9-8A98-2EFE-25AE-12C4AD5E9C11}"/>
              </a:ext>
            </a:extLst>
          </p:cNvPr>
          <p:cNvSpPr>
            <a:spLocks noGrp="1"/>
          </p:cNvSpPr>
          <p:nvPr>
            <p:ph type="title"/>
          </p:nvPr>
        </p:nvSpPr>
        <p:spPr>
          <a:xfrm>
            <a:off x="588263" y="591790"/>
            <a:ext cx="11018520" cy="430887"/>
          </a:xfrm>
        </p:spPr>
        <p:txBody>
          <a:bodyPr vert="horz" rIns="0">
            <a:spAutoFit/>
          </a:bodyPr>
          <a:lstStyle/>
          <a:p>
            <a:r>
              <a:rPr lang="en-ID" dirty="0">
                <a:latin typeface="Arial Bold" panose="020B0704020202020204" pitchFamily="34" charset="0"/>
              </a:rPr>
              <a:t>AMD Vivado MCP Tool Reference</a:t>
            </a:r>
          </a:p>
        </p:txBody>
      </p:sp>
      <p:sp>
        <p:nvSpPr>
          <p:cNvPr id="72" name="Rounded Rectangle 4">
            <a:extLst>
              <a:ext uri="{FF2B5EF4-FFF2-40B4-BE49-F238E27FC236}">
                <a16:creationId xmlns:a16="http://schemas.microsoft.com/office/drawing/2014/main" id="{4605079D-2093-C790-DFD1-D8C8BDD8A5A4}"/>
              </a:ext>
            </a:extLst>
          </p:cNvPr>
          <p:cNvSpPr/>
          <p:nvPr/>
        </p:nvSpPr>
        <p:spPr>
          <a:xfrm>
            <a:off x="585284" y="1241475"/>
            <a:ext cx="11021434" cy="686752"/>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spcAft>
                <a:spcPts val="0"/>
              </a:spcAft>
            </a:pPr>
            <a:r>
              <a:rPr lang="en-ID" sz="1600" b="1" dirty="0">
                <a:solidFill>
                  <a:schemeClr val="tx1"/>
                </a:solidFill>
                <a:latin typeface="Arial Bold" panose="020B0704020202020204" pitchFamily="34" charset="0"/>
              </a:rPr>
              <a:t>☷ vivado_doc_search</a:t>
            </a:r>
          </a:p>
          <a:p>
            <a:pPr>
              <a:spcAft>
                <a:spcPts val="0"/>
              </a:spcAft>
            </a:pPr>
            <a:r>
              <a:rPr lang="en-US" sz="1400" dirty="0">
                <a:solidFill>
                  <a:schemeClr val="tx1"/>
                </a:solidFill>
                <a:latin typeface="Arial" panose="020B0604020202020204" pitchFamily="34" charset="0"/>
              </a:rPr>
              <a:t>RAG-powered documentation search—Foundation for all agent responses</a:t>
            </a:r>
          </a:p>
        </p:txBody>
      </p:sp>
      <p:sp>
        <p:nvSpPr>
          <p:cNvPr id="73" name="Rounded Rectangle 4">
            <a:extLst>
              <a:ext uri="{FF2B5EF4-FFF2-40B4-BE49-F238E27FC236}">
                <a16:creationId xmlns:a16="http://schemas.microsoft.com/office/drawing/2014/main" id="{50ACDF40-BCE8-F24D-3AB8-69CE7A7D94A3}"/>
              </a:ext>
            </a:extLst>
          </p:cNvPr>
          <p:cNvSpPr/>
          <p:nvPr/>
        </p:nvSpPr>
        <p:spPr>
          <a:xfrm>
            <a:off x="657284" y="2165411"/>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Session</a:t>
            </a:r>
          </a:p>
        </p:txBody>
      </p:sp>
      <p:sp>
        <p:nvSpPr>
          <p:cNvPr id="74" name="Rounded Rectangle 4">
            <a:extLst>
              <a:ext uri="{FF2B5EF4-FFF2-40B4-BE49-F238E27FC236}">
                <a16:creationId xmlns:a16="http://schemas.microsoft.com/office/drawing/2014/main" id="{A8A29C76-7D80-3508-89DD-BADD967B31D9}"/>
              </a:ext>
            </a:extLst>
          </p:cNvPr>
          <p:cNvSpPr/>
          <p:nvPr/>
        </p:nvSpPr>
        <p:spPr>
          <a:xfrm>
            <a:off x="4429184" y="2165411"/>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Monitoring</a:t>
            </a:r>
          </a:p>
        </p:txBody>
      </p:sp>
      <p:sp>
        <p:nvSpPr>
          <p:cNvPr id="75" name="Rounded Rectangle 4">
            <a:extLst>
              <a:ext uri="{FF2B5EF4-FFF2-40B4-BE49-F238E27FC236}">
                <a16:creationId xmlns:a16="http://schemas.microsoft.com/office/drawing/2014/main" id="{8BA39777-3D84-E3F4-C91C-491732DB9DE1}"/>
              </a:ext>
            </a:extLst>
          </p:cNvPr>
          <p:cNvSpPr/>
          <p:nvPr/>
        </p:nvSpPr>
        <p:spPr>
          <a:xfrm>
            <a:off x="8213572" y="2165411"/>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LSF / HPC</a:t>
            </a:r>
          </a:p>
        </p:txBody>
      </p:sp>
      <p:sp>
        <p:nvSpPr>
          <p:cNvPr id="76" name="TextBox 75">
            <a:extLst>
              <a:ext uri="{FF2B5EF4-FFF2-40B4-BE49-F238E27FC236}">
                <a16:creationId xmlns:a16="http://schemas.microsoft.com/office/drawing/2014/main" id="{8AF34142-D3B5-4F06-F87F-56B6CEDD3F8B}"/>
              </a:ext>
            </a:extLst>
          </p:cNvPr>
          <p:cNvSpPr txBox="1"/>
          <p:nvPr/>
        </p:nvSpPr>
        <p:spPr>
          <a:xfrm>
            <a:off x="585283" y="2749939"/>
            <a:ext cx="3481200" cy="1897955"/>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vivado_start</a:t>
            </a:r>
            <a:br>
              <a:rPr lang="en-ID" sz="1200" dirty="0">
                <a:latin typeface="Arial" panose="020B0604020202020204" pitchFamily="34" charset="0"/>
              </a:rPr>
            </a:br>
            <a:r>
              <a:rPr lang="en-US" sz="1200" dirty="0">
                <a:latin typeface="Arial" panose="020B0604020202020204" pitchFamily="34" charset="0"/>
              </a:rPr>
              <a:t>Launch Vivado™ tool (TCL or GUI mode)</a:t>
            </a:r>
          </a:p>
          <a:p>
            <a:pPr marL="171450" indent="-171450">
              <a:spcAft>
                <a:spcPts val="100"/>
              </a:spcAft>
              <a:buFont typeface="Arial" panose="020B0604020202020204" pitchFamily="34" charset="0"/>
              <a:buChar char="•"/>
            </a:pPr>
            <a:r>
              <a:rPr lang="en-US" sz="1200" dirty="0">
                <a:latin typeface="Arial" panose="020B0604020202020204" pitchFamily="34" charset="0"/>
              </a:rPr>
              <a:t>vivado_stop</a:t>
            </a:r>
            <a:br>
              <a:rPr lang="en-US" sz="1200" dirty="0">
                <a:latin typeface="Arial" panose="020B0604020202020204" pitchFamily="34" charset="0"/>
              </a:rPr>
            </a:br>
            <a:r>
              <a:rPr lang="en-US" sz="1200" dirty="0">
                <a:latin typeface="Arial" panose="020B0604020202020204" pitchFamily="34" charset="0"/>
              </a:rPr>
              <a:t>Close the active session</a:t>
            </a:r>
          </a:p>
          <a:p>
            <a:pPr marL="171450" indent="-171450">
              <a:spcAft>
                <a:spcPts val="100"/>
              </a:spcAft>
              <a:buFont typeface="Arial" panose="020B0604020202020204" pitchFamily="34" charset="0"/>
              <a:buChar char="•"/>
            </a:pPr>
            <a:r>
              <a:rPr lang="en-US" sz="1200" dirty="0">
                <a:latin typeface="Arial" panose="020B0604020202020204" pitchFamily="34" charset="0"/>
              </a:rPr>
              <a:t>vivado_connect</a:t>
            </a:r>
            <a:br>
              <a:rPr lang="en-US" sz="1200" dirty="0">
                <a:latin typeface="Arial" panose="020B0604020202020204" pitchFamily="34" charset="0"/>
              </a:rPr>
            </a:br>
            <a:r>
              <a:rPr lang="en-US" sz="1200" dirty="0">
                <a:latin typeface="Arial" panose="020B0604020202020204" pitchFamily="34" charset="0"/>
              </a:rPr>
              <a:t>Connect to external webserver</a:t>
            </a:r>
          </a:p>
          <a:p>
            <a:pPr marL="171450" indent="-171450">
              <a:spcAft>
                <a:spcPts val="100"/>
              </a:spcAft>
              <a:buFont typeface="Arial" panose="020B0604020202020204" pitchFamily="34" charset="0"/>
              <a:buChar char="•"/>
            </a:pPr>
            <a:r>
              <a:rPr lang="en-US" sz="1200" dirty="0">
                <a:latin typeface="Arial" panose="020B0604020202020204" pitchFamily="34" charset="0"/>
              </a:rPr>
              <a:t>vivado_list_sessions</a:t>
            </a:r>
            <a:br>
              <a:rPr lang="en-US" sz="1200" dirty="0">
                <a:latin typeface="Arial" panose="020B0604020202020204" pitchFamily="34" charset="0"/>
              </a:rPr>
            </a:br>
            <a:r>
              <a:rPr lang="en-US" sz="1200" dirty="0">
                <a:latin typeface="Arial" panose="020B0604020202020204" pitchFamily="34" charset="0"/>
              </a:rPr>
              <a:t>List all active sessions</a:t>
            </a:r>
          </a:p>
          <a:p>
            <a:pPr marL="171450" indent="-171450">
              <a:spcAft>
                <a:spcPts val="100"/>
              </a:spcAft>
              <a:buFont typeface="Arial" panose="020B0604020202020204" pitchFamily="34" charset="0"/>
              <a:buChar char="•"/>
            </a:pPr>
            <a:r>
              <a:rPr lang="en-US" sz="1200" dirty="0">
                <a:latin typeface="Arial" panose="020B0604020202020204" pitchFamily="34" charset="0"/>
              </a:rPr>
              <a:t>vivado_cleanup</a:t>
            </a:r>
            <a:br>
              <a:rPr lang="en-US" sz="1200" dirty="0">
                <a:latin typeface="Arial" panose="020B0604020202020204" pitchFamily="34" charset="0"/>
              </a:rPr>
            </a:br>
            <a:r>
              <a:rPr lang="en-US" sz="1200" dirty="0">
                <a:latin typeface="Arial" panose="020B0604020202020204" pitchFamily="34" charset="0"/>
              </a:rPr>
              <a:t>Remove stale sessions &amp; orphans</a:t>
            </a:r>
          </a:p>
        </p:txBody>
      </p:sp>
      <p:sp>
        <p:nvSpPr>
          <p:cNvPr id="91" name="TextBox 90">
            <a:extLst>
              <a:ext uri="{FF2B5EF4-FFF2-40B4-BE49-F238E27FC236}">
                <a16:creationId xmlns:a16="http://schemas.microsoft.com/office/drawing/2014/main" id="{3694B803-A9D5-9F37-4EB1-90C2B6FB7B53}"/>
              </a:ext>
            </a:extLst>
          </p:cNvPr>
          <p:cNvSpPr txBox="1"/>
          <p:nvPr/>
        </p:nvSpPr>
        <p:spPr>
          <a:xfrm>
            <a:off x="4357184" y="2749939"/>
            <a:ext cx="3481200" cy="1515800"/>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vivado_status</a:t>
            </a:r>
            <a:br>
              <a:rPr lang="en-ID" sz="1200" dirty="0">
                <a:latin typeface="Arial" panose="020B0604020202020204" pitchFamily="34" charset="0"/>
              </a:rPr>
            </a:br>
            <a:r>
              <a:rPr lang="en-ID" sz="1200" dirty="0">
                <a:latin typeface="Arial" panose="020B0604020202020204" pitchFamily="34" charset="0"/>
              </a:rPr>
              <a:t>Process status &amp; command queue</a:t>
            </a:r>
          </a:p>
          <a:p>
            <a:pPr marL="171450" indent="-171450">
              <a:spcAft>
                <a:spcPts val="100"/>
              </a:spcAft>
              <a:buFont typeface="Arial" panose="020B0604020202020204" pitchFamily="34" charset="0"/>
              <a:buChar char="•"/>
            </a:pPr>
            <a:r>
              <a:rPr lang="en-ID" sz="1200" dirty="0">
                <a:latin typeface="Arial" panose="020B0604020202020204" pitchFamily="34" charset="0"/>
              </a:rPr>
              <a:t>vivado_log_messages</a:t>
            </a:r>
            <a:br>
              <a:rPr lang="en-ID" sz="1200" dirty="0">
                <a:latin typeface="Arial" panose="020B0604020202020204" pitchFamily="34" charset="0"/>
              </a:rPr>
            </a:br>
            <a:r>
              <a:rPr lang="en-US" sz="1200" dirty="0">
                <a:latin typeface="Arial" panose="020B0604020202020204" pitchFamily="34" charset="0"/>
              </a:rPr>
              <a:t>Parse log for errors &amp; warnings</a:t>
            </a:r>
          </a:p>
          <a:p>
            <a:pPr marL="171450" indent="-171450">
              <a:spcAft>
                <a:spcPts val="100"/>
              </a:spcAft>
              <a:buFont typeface="Arial" panose="020B0604020202020204" pitchFamily="34" charset="0"/>
              <a:buChar char="•"/>
            </a:pPr>
            <a:r>
              <a:rPr lang="en-ID" sz="1200" dirty="0">
                <a:latin typeface="Arial" panose="020B0604020202020204" pitchFamily="34" charset="0"/>
              </a:rPr>
              <a:t>vivado_run_status</a:t>
            </a:r>
            <a:br>
              <a:rPr lang="en-ID" sz="1200" dirty="0">
                <a:latin typeface="Arial" panose="020B0604020202020204" pitchFamily="34" charset="0"/>
              </a:rPr>
            </a:br>
            <a:r>
              <a:rPr lang="en-US" sz="1200" dirty="0">
                <a:latin typeface="Arial" panose="020B0604020202020204" pitchFamily="34" charset="0"/>
              </a:rPr>
              <a:t>Check synth/impl run progress</a:t>
            </a:r>
          </a:p>
          <a:p>
            <a:pPr marL="171450" indent="-171450">
              <a:spcAft>
                <a:spcPts val="100"/>
              </a:spcAft>
              <a:buFont typeface="Arial" panose="020B0604020202020204" pitchFamily="34" charset="0"/>
              <a:buChar char="•"/>
            </a:pPr>
            <a:r>
              <a:rPr lang="en-ID" sz="1200" dirty="0">
                <a:latin typeface="Arial" panose="020B0604020202020204" pitchFamily="34" charset="0"/>
              </a:rPr>
              <a:t>vivado_run_health</a:t>
            </a:r>
            <a:br>
              <a:rPr lang="en-ID" sz="1200" dirty="0">
                <a:latin typeface="Arial" panose="020B0604020202020204" pitchFamily="34" charset="0"/>
              </a:rPr>
            </a:br>
            <a:r>
              <a:rPr lang="en-ID" sz="1200" dirty="0">
                <a:latin typeface="Arial" panose="020B0604020202020204" pitchFamily="34" charset="0"/>
              </a:rPr>
              <a:t>Detect &amp; recover stuck runs</a:t>
            </a:r>
          </a:p>
        </p:txBody>
      </p:sp>
      <p:sp>
        <p:nvSpPr>
          <p:cNvPr id="104" name="TextBox 103">
            <a:extLst>
              <a:ext uri="{FF2B5EF4-FFF2-40B4-BE49-F238E27FC236}">
                <a16:creationId xmlns:a16="http://schemas.microsoft.com/office/drawing/2014/main" id="{62BC5405-469E-17FD-62B6-2065AA727C85}"/>
              </a:ext>
            </a:extLst>
          </p:cNvPr>
          <p:cNvSpPr txBox="1"/>
          <p:nvPr/>
        </p:nvSpPr>
        <p:spPr>
          <a:xfrm>
            <a:off x="8141572" y="2749939"/>
            <a:ext cx="3481200" cy="1133644"/>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vivado_lsf_start</a:t>
            </a:r>
            <a:br>
              <a:rPr lang="en-ID" sz="1200" dirty="0">
                <a:latin typeface="Arial" panose="020B0604020202020204" pitchFamily="34" charset="0"/>
              </a:rPr>
            </a:br>
            <a:r>
              <a:rPr lang="en-ID" sz="1200" dirty="0">
                <a:latin typeface="Arial" panose="020B0604020202020204" pitchFamily="34" charset="0"/>
              </a:rPr>
              <a:t>Launch Vivado IDE on cluster via bsub</a:t>
            </a:r>
          </a:p>
          <a:p>
            <a:pPr marL="171450" indent="-171450">
              <a:spcAft>
                <a:spcPts val="100"/>
              </a:spcAft>
              <a:buFont typeface="Arial" panose="020B0604020202020204" pitchFamily="34" charset="0"/>
              <a:buChar char="•"/>
            </a:pPr>
            <a:r>
              <a:rPr lang="en-ID" sz="1200" dirty="0">
                <a:latin typeface="Arial" panose="020B0604020202020204" pitchFamily="34" charset="0"/>
              </a:rPr>
              <a:t>vivado_lsf_status</a:t>
            </a:r>
            <a:br>
              <a:rPr lang="en-ID" sz="1200" dirty="0">
                <a:latin typeface="Arial" panose="020B0604020202020204" pitchFamily="34" charset="0"/>
              </a:rPr>
            </a:br>
            <a:r>
              <a:rPr lang="en-US" sz="1200" dirty="0">
                <a:latin typeface="Arial" panose="020B0604020202020204" pitchFamily="34" charset="0"/>
              </a:rPr>
              <a:t>Check job: PEND / RUN / DONE / EXIT</a:t>
            </a:r>
          </a:p>
          <a:p>
            <a:pPr marL="171450" indent="-171450">
              <a:spcAft>
                <a:spcPts val="100"/>
              </a:spcAft>
              <a:buFont typeface="Arial" panose="020B0604020202020204" pitchFamily="34" charset="0"/>
              <a:buChar char="•"/>
            </a:pPr>
            <a:r>
              <a:rPr lang="en-ID" sz="1200" dirty="0">
                <a:latin typeface="Arial" panose="020B0604020202020204" pitchFamily="34" charset="0"/>
              </a:rPr>
              <a:t>vivado_lsf_kill</a:t>
            </a:r>
            <a:br>
              <a:rPr lang="en-ID" sz="1200" dirty="0">
                <a:latin typeface="Arial" panose="020B0604020202020204" pitchFamily="34" charset="0"/>
              </a:rPr>
            </a:br>
            <a:r>
              <a:rPr lang="en-US" sz="1200" dirty="0">
                <a:latin typeface="Arial" panose="020B0604020202020204" pitchFamily="34" charset="0"/>
              </a:rPr>
              <a:t>Kill a job by ID or session ID</a:t>
            </a:r>
          </a:p>
        </p:txBody>
      </p:sp>
      <p:sp>
        <p:nvSpPr>
          <p:cNvPr id="118" name="Rounded Rectangle 4">
            <a:extLst>
              <a:ext uri="{FF2B5EF4-FFF2-40B4-BE49-F238E27FC236}">
                <a16:creationId xmlns:a16="http://schemas.microsoft.com/office/drawing/2014/main" id="{5C6D72BB-7671-D390-80A5-D349328620A9}"/>
              </a:ext>
            </a:extLst>
          </p:cNvPr>
          <p:cNvSpPr/>
          <p:nvPr/>
        </p:nvSpPr>
        <p:spPr>
          <a:xfrm>
            <a:off x="657284" y="4864744"/>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Execution</a:t>
            </a:r>
          </a:p>
        </p:txBody>
      </p:sp>
      <p:sp>
        <p:nvSpPr>
          <p:cNvPr id="119" name="TextBox 118">
            <a:extLst>
              <a:ext uri="{FF2B5EF4-FFF2-40B4-BE49-F238E27FC236}">
                <a16:creationId xmlns:a16="http://schemas.microsoft.com/office/drawing/2014/main" id="{C7EA53D3-78A3-62AD-26FE-95BD330CD2D6}"/>
              </a:ext>
            </a:extLst>
          </p:cNvPr>
          <p:cNvSpPr txBox="1"/>
          <p:nvPr/>
        </p:nvSpPr>
        <p:spPr>
          <a:xfrm>
            <a:off x="585283" y="5449272"/>
            <a:ext cx="3481200" cy="751488"/>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vivado_execute</a:t>
            </a:r>
            <a:br>
              <a:rPr lang="en-ID" sz="1200" dirty="0">
                <a:latin typeface="Arial" panose="020B0604020202020204" pitchFamily="34" charset="0"/>
              </a:rPr>
            </a:br>
            <a:r>
              <a:rPr lang="en-US" sz="1200" dirty="0">
                <a:latin typeface="Arial" panose="020B0604020202020204" pitchFamily="34" charset="0"/>
              </a:rPr>
              <a:t>Run any Tcl command in Vivado IDE</a:t>
            </a:r>
          </a:p>
          <a:p>
            <a:pPr marL="171450" indent="-171450">
              <a:spcAft>
                <a:spcPts val="100"/>
              </a:spcAft>
              <a:buFont typeface="Arial" panose="020B0604020202020204" pitchFamily="34" charset="0"/>
              <a:buChar char="•"/>
            </a:pPr>
            <a:r>
              <a:rPr lang="en-ID" sz="1200" dirty="0">
                <a:latin typeface="Arial" panose="020B0604020202020204" pitchFamily="34" charset="0"/>
              </a:rPr>
              <a:t>vivado_history</a:t>
            </a:r>
            <a:br>
              <a:rPr lang="en-ID" sz="1200" dirty="0">
                <a:latin typeface="Arial" panose="020B0604020202020204" pitchFamily="34" charset="0"/>
              </a:rPr>
            </a:br>
            <a:r>
              <a:rPr lang="en-ID" sz="1200" dirty="0">
                <a:latin typeface="Arial" panose="020B0604020202020204" pitchFamily="34" charset="0"/>
              </a:rPr>
              <a:t>Search session command history</a:t>
            </a:r>
          </a:p>
        </p:txBody>
      </p:sp>
      <p:sp>
        <p:nvSpPr>
          <p:cNvPr id="120" name="Rounded Rectangle 4">
            <a:extLst>
              <a:ext uri="{FF2B5EF4-FFF2-40B4-BE49-F238E27FC236}">
                <a16:creationId xmlns:a16="http://schemas.microsoft.com/office/drawing/2014/main" id="{9CBB8707-6048-BB37-0754-8490A1FA7E41}"/>
              </a:ext>
            </a:extLst>
          </p:cNvPr>
          <p:cNvSpPr/>
          <p:nvPr/>
        </p:nvSpPr>
        <p:spPr>
          <a:xfrm>
            <a:off x="4429184" y="4864744"/>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Utilities</a:t>
            </a:r>
          </a:p>
        </p:txBody>
      </p:sp>
      <p:sp>
        <p:nvSpPr>
          <p:cNvPr id="121" name="TextBox 120">
            <a:extLst>
              <a:ext uri="{FF2B5EF4-FFF2-40B4-BE49-F238E27FC236}">
                <a16:creationId xmlns:a16="http://schemas.microsoft.com/office/drawing/2014/main" id="{7FD28147-5D9B-5070-C9DC-0DCE0D610526}"/>
              </a:ext>
            </a:extLst>
          </p:cNvPr>
          <p:cNvSpPr txBox="1"/>
          <p:nvPr/>
        </p:nvSpPr>
        <p:spPr>
          <a:xfrm>
            <a:off x="4357184" y="5449272"/>
            <a:ext cx="3481200" cy="751488"/>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vivado_display_check</a:t>
            </a:r>
            <a:br>
              <a:rPr lang="en-ID" sz="1200" dirty="0">
                <a:latin typeface="Arial" panose="020B0604020202020204" pitchFamily="34" charset="0"/>
              </a:rPr>
            </a:br>
            <a:r>
              <a:rPr lang="en-US" sz="1200" dirty="0">
                <a:latin typeface="Arial" panose="020B0604020202020204" pitchFamily="34" charset="0"/>
              </a:rPr>
              <a:t>Verify X11 display before GUI launch</a:t>
            </a:r>
          </a:p>
          <a:p>
            <a:pPr marL="171450" indent="-171450">
              <a:spcAft>
                <a:spcPts val="100"/>
              </a:spcAft>
              <a:buFont typeface="Arial" panose="020B0604020202020204" pitchFamily="34" charset="0"/>
              <a:buChar char="•"/>
            </a:pPr>
            <a:r>
              <a:rPr lang="en-ID" sz="1200" dirty="0">
                <a:latin typeface="Arial" panose="020B0604020202020204" pitchFamily="34" charset="0"/>
              </a:rPr>
              <a:t>vivado_client_info</a:t>
            </a:r>
            <a:br>
              <a:rPr lang="en-ID" sz="1200" dirty="0">
                <a:latin typeface="Arial" panose="020B0604020202020204" pitchFamily="34" charset="0"/>
              </a:rPr>
            </a:br>
            <a:r>
              <a:rPr lang="en-US" sz="1200" dirty="0">
                <a:latin typeface="Arial" panose="020B0604020202020204" pitchFamily="34" charset="0"/>
              </a:rPr>
              <a:t>Get connected MCP client details</a:t>
            </a:r>
          </a:p>
        </p:txBody>
      </p:sp>
      <p:sp>
        <p:nvSpPr>
          <p:cNvPr id="130" name="Rounded Rectangle 4">
            <a:extLst>
              <a:ext uri="{FF2B5EF4-FFF2-40B4-BE49-F238E27FC236}">
                <a16:creationId xmlns:a16="http://schemas.microsoft.com/office/drawing/2014/main" id="{568CCCB1-27D0-D3F8-BA36-7C73A4690134}"/>
              </a:ext>
            </a:extLst>
          </p:cNvPr>
          <p:cNvSpPr/>
          <p:nvPr/>
        </p:nvSpPr>
        <p:spPr>
          <a:xfrm>
            <a:off x="8213572" y="4864744"/>
            <a:ext cx="3408304" cy="506478"/>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r>
              <a:rPr lang="en-ID" sz="1400" b="1" dirty="0">
                <a:solidFill>
                  <a:schemeClr val="tx1"/>
                </a:solidFill>
                <a:latin typeface="Arial Bold" panose="020B0704020202020204" pitchFamily="34" charset="0"/>
              </a:rPr>
              <a:t>Productivity</a:t>
            </a:r>
          </a:p>
        </p:txBody>
      </p:sp>
      <p:sp>
        <p:nvSpPr>
          <p:cNvPr id="131" name="TextBox 130">
            <a:extLst>
              <a:ext uri="{FF2B5EF4-FFF2-40B4-BE49-F238E27FC236}">
                <a16:creationId xmlns:a16="http://schemas.microsoft.com/office/drawing/2014/main" id="{FBB31CC2-D207-960F-0108-E74FE512B858}"/>
              </a:ext>
            </a:extLst>
          </p:cNvPr>
          <p:cNvSpPr txBox="1"/>
          <p:nvPr/>
        </p:nvSpPr>
        <p:spPr>
          <a:xfrm>
            <a:off x="8141572" y="5449272"/>
            <a:ext cx="3481200" cy="764312"/>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ID" sz="1200" dirty="0">
                <a:latin typeface="Arial" panose="020B0604020202020204" pitchFamily="34" charset="0"/>
              </a:rPr>
              <a:t>vivado_todos</a:t>
            </a:r>
            <a:br>
              <a:rPr lang="en-ID" sz="1200" dirty="0">
                <a:latin typeface="Arial" panose="020B0604020202020204" pitchFamily="34" charset="0"/>
              </a:rPr>
            </a:br>
            <a:r>
              <a:rPr lang="en-ID" sz="1200" dirty="0">
                <a:latin typeface="Arial" panose="020B0604020202020204" pitchFamily="34" charset="0"/>
              </a:rPr>
              <a:t>Manage a persistent task/todo list</a:t>
            </a:r>
          </a:p>
          <a:p>
            <a:pPr marL="171450" indent="-171450">
              <a:spcAft>
                <a:spcPts val="100"/>
              </a:spcAft>
              <a:buFont typeface="Arial" panose="020B0604020202020204" pitchFamily="34" charset="0"/>
              <a:buChar char="•"/>
            </a:pPr>
            <a:r>
              <a:rPr lang="en-ID" sz="1200" dirty="0">
                <a:latin typeface="Arial" panose="020B0604020202020204" pitchFamily="34" charset="0"/>
              </a:rPr>
              <a:t>vivado_show_todos</a:t>
            </a:r>
            <a:br>
              <a:rPr lang="en-ID" sz="1200" dirty="0">
                <a:latin typeface="Arial" panose="020B0604020202020204" pitchFamily="34" charset="0"/>
              </a:rPr>
            </a:br>
            <a:r>
              <a:rPr lang="en-US" sz="1200" dirty="0">
                <a:latin typeface="Arial" panose="020B0604020202020204" pitchFamily="34" charset="0"/>
              </a:rPr>
              <a:t>Display todos in formatted sidebar view</a:t>
            </a:r>
          </a:p>
        </p:txBody>
      </p:sp>
      <p:sp>
        <p:nvSpPr>
          <p:cNvPr id="70" name="TextBox 69">
            <a:extLst>
              <a:ext uri="{FF2B5EF4-FFF2-40B4-BE49-F238E27FC236}">
                <a16:creationId xmlns:a16="http://schemas.microsoft.com/office/drawing/2014/main" id="{4DEC85C7-6ADE-386F-B471-E175B639AF8E}"/>
              </a:ext>
            </a:extLst>
          </p:cNvPr>
          <p:cNvSpPr txBox="1"/>
          <p:nvPr/>
        </p:nvSpPr>
        <p:spPr>
          <a:xfrm>
            <a:off x="8796102" y="1492518"/>
            <a:ext cx="2767232" cy="184666"/>
          </a:xfrm>
          <a:prstGeom prst="rect">
            <a:avLst/>
          </a:prstGeom>
          <a:noFill/>
        </p:spPr>
        <p:txBody>
          <a:bodyPr wrap="none" lIns="0" tIns="0" rIns="0" bIns="0" rtlCol="0">
            <a:spAutoFit/>
          </a:bodyPr>
          <a:lstStyle/>
          <a:p>
            <a:pPr algn="l">
              <a:buClr>
                <a:schemeClr val="accent1"/>
              </a:buClr>
              <a:buSzPct val="60000"/>
            </a:pPr>
            <a:r>
              <a:rPr lang="en-US" sz="1200" b="1" spc="0" baseline="0" dirty="0">
                <a:ln/>
                <a:latin typeface="Arial" panose="020B0604020202020204" pitchFamily="34" charset="0"/>
                <a:cs typeface="Arial"/>
                <a:sym typeface="Arial"/>
                <a:rtl val="0"/>
              </a:rPr>
              <a:t>19 tools • 6 categories • MCP Protocol</a:t>
            </a:r>
          </a:p>
        </p:txBody>
      </p:sp>
      <p:sp>
        <p:nvSpPr>
          <p:cNvPr id="132" name="Rounded Rectangle 4">
            <a:extLst>
              <a:ext uri="{FF2B5EF4-FFF2-40B4-BE49-F238E27FC236}">
                <a16:creationId xmlns:a16="http://schemas.microsoft.com/office/drawing/2014/main" id="{9E28AB4C-C218-B226-1AD4-D479050A1604}"/>
              </a:ext>
            </a:extLst>
          </p:cNvPr>
          <p:cNvSpPr/>
          <p:nvPr/>
        </p:nvSpPr>
        <p:spPr>
          <a:xfrm>
            <a:off x="585284" y="2165411"/>
            <a:ext cx="72000" cy="506478"/>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33" name="Rounded Rectangle 4">
            <a:extLst>
              <a:ext uri="{FF2B5EF4-FFF2-40B4-BE49-F238E27FC236}">
                <a16:creationId xmlns:a16="http://schemas.microsoft.com/office/drawing/2014/main" id="{861358E7-D039-34E3-959B-3CAD88718DB5}"/>
              </a:ext>
            </a:extLst>
          </p:cNvPr>
          <p:cNvSpPr/>
          <p:nvPr/>
        </p:nvSpPr>
        <p:spPr>
          <a:xfrm>
            <a:off x="585284" y="4864744"/>
            <a:ext cx="72000" cy="506478"/>
          </a:xfrm>
          <a:prstGeom prst="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34" name="Rounded Rectangle 4">
            <a:extLst>
              <a:ext uri="{FF2B5EF4-FFF2-40B4-BE49-F238E27FC236}">
                <a16:creationId xmlns:a16="http://schemas.microsoft.com/office/drawing/2014/main" id="{93F7CB21-4AFF-91C4-A21A-27159E0D85BC}"/>
              </a:ext>
            </a:extLst>
          </p:cNvPr>
          <p:cNvSpPr/>
          <p:nvPr/>
        </p:nvSpPr>
        <p:spPr>
          <a:xfrm>
            <a:off x="4357184" y="2165411"/>
            <a:ext cx="72000" cy="506478"/>
          </a:xfrm>
          <a:prstGeom prst="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35" name="Rounded Rectangle 4">
            <a:extLst>
              <a:ext uri="{FF2B5EF4-FFF2-40B4-BE49-F238E27FC236}">
                <a16:creationId xmlns:a16="http://schemas.microsoft.com/office/drawing/2014/main" id="{19AD58DF-2005-AD12-93B9-AE94396DCD49}"/>
              </a:ext>
            </a:extLst>
          </p:cNvPr>
          <p:cNvSpPr/>
          <p:nvPr/>
        </p:nvSpPr>
        <p:spPr>
          <a:xfrm>
            <a:off x="4357184" y="4864744"/>
            <a:ext cx="72000" cy="506478"/>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36" name="Rounded Rectangle 4">
            <a:extLst>
              <a:ext uri="{FF2B5EF4-FFF2-40B4-BE49-F238E27FC236}">
                <a16:creationId xmlns:a16="http://schemas.microsoft.com/office/drawing/2014/main" id="{6FD17D16-C312-F698-5328-695599334233}"/>
              </a:ext>
            </a:extLst>
          </p:cNvPr>
          <p:cNvSpPr/>
          <p:nvPr/>
        </p:nvSpPr>
        <p:spPr>
          <a:xfrm>
            <a:off x="8141572" y="2165411"/>
            <a:ext cx="72000" cy="506478"/>
          </a:xfrm>
          <a:prstGeom prst="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sp>
        <p:nvSpPr>
          <p:cNvPr id="137" name="Rounded Rectangle 4">
            <a:extLst>
              <a:ext uri="{FF2B5EF4-FFF2-40B4-BE49-F238E27FC236}">
                <a16:creationId xmlns:a16="http://schemas.microsoft.com/office/drawing/2014/main" id="{B49AEB35-C3E5-30C3-7648-512676626005}"/>
              </a:ext>
            </a:extLst>
          </p:cNvPr>
          <p:cNvSpPr/>
          <p:nvPr/>
        </p:nvSpPr>
        <p:spPr>
          <a:xfrm>
            <a:off x="8141572" y="4864744"/>
            <a:ext cx="72000" cy="50647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pPr>
              <a:spcAft>
                <a:spcPts val="0"/>
              </a:spcAft>
            </a:pPr>
            <a:endParaRPr lang="en-ID" sz="1400" b="1" dirty="0">
              <a:solidFill>
                <a:schemeClr val="tx1"/>
              </a:solidFill>
              <a:latin typeface="+mj-lt"/>
            </a:endParaRPr>
          </a:p>
        </p:txBody>
      </p:sp>
      <p:pic>
        <p:nvPicPr>
          <p:cNvPr id="138" name="Graphic 137">
            <a:extLst>
              <a:ext uri="{FF2B5EF4-FFF2-40B4-BE49-F238E27FC236}">
                <a16:creationId xmlns:a16="http://schemas.microsoft.com/office/drawing/2014/main" id="{9A312DD5-0824-6C62-7ACE-05BDD541D6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99699" y="2274650"/>
            <a:ext cx="288000" cy="288000"/>
          </a:xfrm>
          <a:prstGeom prst="rect">
            <a:avLst/>
          </a:prstGeom>
        </p:spPr>
      </p:pic>
      <p:pic>
        <p:nvPicPr>
          <p:cNvPr id="139" name="Graphic 138">
            <a:extLst>
              <a:ext uri="{FF2B5EF4-FFF2-40B4-BE49-F238E27FC236}">
                <a16:creationId xmlns:a16="http://schemas.microsoft.com/office/drawing/2014/main" id="{31AF30AE-69F9-90D7-0253-13CE86F96A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71599" y="2274650"/>
            <a:ext cx="288000" cy="288000"/>
          </a:xfrm>
          <a:prstGeom prst="rect">
            <a:avLst/>
          </a:prstGeom>
        </p:spPr>
      </p:pic>
      <p:pic>
        <p:nvPicPr>
          <p:cNvPr id="140" name="Graphic 139">
            <a:extLst>
              <a:ext uri="{FF2B5EF4-FFF2-40B4-BE49-F238E27FC236}">
                <a16:creationId xmlns:a16="http://schemas.microsoft.com/office/drawing/2014/main" id="{A8BD8B1B-1293-D885-249E-30C5130FAC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55987" y="2274650"/>
            <a:ext cx="288000" cy="288000"/>
          </a:xfrm>
          <a:prstGeom prst="rect">
            <a:avLst/>
          </a:prstGeom>
        </p:spPr>
      </p:pic>
      <p:pic>
        <p:nvPicPr>
          <p:cNvPr id="141" name="Graphic 140">
            <a:extLst>
              <a:ext uri="{FF2B5EF4-FFF2-40B4-BE49-F238E27FC236}">
                <a16:creationId xmlns:a16="http://schemas.microsoft.com/office/drawing/2014/main" id="{7540F256-9301-7A6E-B56E-F2868DA8D0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99699" y="4973983"/>
            <a:ext cx="288000" cy="288000"/>
          </a:xfrm>
          <a:prstGeom prst="rect">
            <a:avLst/>
          </a:prstGeom>
        </p:spPr>
      </p:pic>
      <p:pic>
        <p:nvPicPr>
          <p:cNvPr id="142" name="Graphic 141">
            <a:extLst>
              <a:ext uri="{FF2B5EF4-FFF2-40B4-BE49-F238E27FC236}">
                <a16:creationId xmlns:a16="http://schemas.microsoft.com/office/drawing/2014/main" id="{2B8C30F0-23F4-7023-715C-B98C09D94F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371599" y="4973983"/>
            <a:ext cx="288000" cy="288000"/>
          </a:xfrm>
          <a:prstGeom prst="rect">
            <a:avLst/>
          </a:prstGeom>
        </p:spPr>
      </p:pic>
      <p:pic>
        <p:nvPicPr>
          <p:cNvPr id="143" name="Graphic 142">
            <a:extLst>
              <a:ext uri="{FF2B5EF4-FFF2-40B4-BE49-F238E27FC236}">
                <a16:creationId xmlns:a16="http://schemas.microsoft.com/office/drawing/2014/main" id="{FC6DBEAC-5CA8-9FD2-C418-A519FE0B1C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155987" y="4973983"/>
            <a:ext cx="288000" cy="288000"/>
          </a:xfrm>
          <a:prstGeom prst="rect">
            <a:avLst/>
          </a:prstGeom>
        </p:spPr>
      </p:pic>
    </p:spTree>
    <p:extLst>
      <p:ext uri="{BB962C8B-B14F-4D97-AF65-F5344CB8AC3E}">
        <p14:creationId xmlns:p14="http://schemas.microsoft.com/office/powerpoint/2010/main" val="71237836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2F63A-D4A5-5D08-87A3-0CD2F2CDCCE9}"/>
              </a:ext>
            </a:extLst>
          </p:cNvPr>
          <p:cNvSpPr>
            <a:spLocks noGrp="1"/>
          </p:cNvSpPr>
          <p:nvPr>
            <p:ph type="title"/>
          </p:nvPr>
        </p:nvSpPr>
        <p:spPr/>
        <p:txBody>
          <a:bodyPr/>
          <a:lstStyle/>
          <a:p>
            <a:r>
              <a:rPr lang="en-US" dirty="0"/>
              <a:t>Summary</a:t>
            </a:r>
          </a:p>
        </p:txBody>
      </p:sp>
      <p:grpSp>
        <p:nvGrpSpPr>
          <p:cNvPr id="4" name="Group 3">
            <a:extLst>
              <a:ext uri="{FF2B5EF4-FFF2-40B4-BE49-F238E27FC236}">
                <a16:creationId xmlns:a16="http://schemas.microsoft.com/office/drawing/2014/main" id="{246D8737-AFE2-ABB2-848C-022BD9628C35}"/>
              </a:ext>
            </a:extLst>
          </p:cNvPr>
          <p:cNvGrpSpPr/>
          <p:nvPr/>
        </p:nvGrpSpPr>
        <p:grpSpPr>
          <a:xfrm>
            <a:off x="483487" y="1440816"/>
            <a:ext cx="11123295" cy="1008689"/>
            <a:chOff x="483487" y="1440816"/>
            <a:chExt cx="11123295" cy="1008689"/>
          </a:xfrm>
        </p:grpSpPr>
        <p:pic>
          <p:nvPicPr>
            <p:cNvPr id="5" name="Picture 4">
              <a:extLst>
                <a:ext uri="{FF2B5EF4-FFF2-40B4-BE49-F238E27FC236}">
                  <a16:creationId xmlns:a16="http://schemas.microsoft.com/office/drawing/2014/main" id="{1D3DA5EA-85EB-9EA8-0777-80F960A2BDF4}"/>
                </a:ext>
              </a:extLst>
            </p:cNvPr>
            <p:cNvPicPr>
              <a:picLocks noChangeAspect="1"/>
            </p:cNvPicPr>
            <p:nvPr/>
          </p:nvPicPr>
          <p:blipFill>
            <a:blip r:embed="rId4"/>
            <a:stretch/>
          </p:blipFill>
          <p:spPr>
            <a:xfrm>
              <a:off x="483487" y="1610164"/>
              <a:ext cx="11123295" cy="839341"/>
            </a:xfrm>
            <a:prstGeom prst="rect">
              <a:avLst/>
            </a:prstGeom>
          </p:spPr>
        </p:pic>
        <p:sp>
          <p:nvSpPr>
            <p:cNvPr id="6" name="Rectangle 5">
              <a:extLst>
                <a:ext uri="{FF2B5EF4-FFF2-40B4-BE49-F238E27FC236}">
                  <a16:creationId xmlns:a16="http://schemas.microsoft.com/office/drawing/2014/main" id="{94721CC6-B522-51BA-2810-8E39CC56F29B}"/>
                </a:ext>
              </a:extLst>
            </p:cNvPr>
            <p:cNvSpPr/>
            <p:nvPr/>
          </p:nvSpPr>
          <p:spPr bwMode="auto">
            <a:xfrm>
              <a:off x="657225" y="1440817"/>
              <a:ext cx="561975" cy="561975"/>
            </a:xfrm>
            <a:prstGeom prst="rect">
              <a:avLst/>
            </a:prstGeom>
            <a:solidFill>
              <a:schemeClr val="accent6"/>
            </a:solidFill>
            <a:ln>
              <a:solidFill>
                <a:schemeClr val="accent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01</a:t>
              </a:r>
            </a:p>
          </p:txBody>
        </p:sp>
        <p:sp>
          <p:nvSpPr>
            <p:cNvPr id="7" name="Rectangle 6">
              <a:extLst>
                <a:ext uri="{FF2B5EF4-FFF2-40B4-BE49-F238E27FC236}">
                  <a16:creationId xmlns:a16="http://schemas.microsoft.com/office/drawing/2014/main" id="{BB488A55-D476-FE82-6AAF-7A16597D6CD1}"/>
                </a:ext>
              </a:extLst>
            </p:cNvPr>
            <p:cNvSpPr/>
            <p:nvPr/>
          </p:nvSpPr>
          <p:spPr bwMode="auto">
            <a:xfrm>
              <a:off x="1219200" y="1440816"/>
              <a:ext cx="10210800" cy="561975"/>
            </a:xfrm>
            <a:prstGeom prst="rect">
              <a:avLst/>
            </a:prstGeom>
            <a:solidFill>
              <a:schemeClr val="bg1">
                <a:lumMod val="95000"/>
              </a:schemeClr>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0" numCol="1" spcCol="0" rtlCol="0" fromWordArt="0" anchor="ctr" anchorCtr="0" forceAA="0" compatLnSpc="1">
              <a:prstTxWarp prst="textNoShape">
                <a:avLst/>
              </a:prstTxWarp>
              <a:noAutofit/>
            </a:bodyPr>
            <a:lstStyle/>
            <a:p>
              <a:pPr marL="0" indent="0">
                <a:buNone/>
              </a:pPr>
              <a:r>
                <a:rPr lang="en-US" sz="1600" dirty="0">
                  <a:solidFill>
                    <a:schemeClr val="tx1"/>
                  </a:solidFill>
                </a:rPr>
                <a:t>The AMD Vivado™ AI Assistant lets you search AMD docs, drive Vivado tools, and run full FPGA workflows using plain English</a:t>
              </a:r>
            </a:p>
          </p:txBody>
        </p:sp>
      </p:grpSp>
      <p:grpSp>
        <p:nvGrpSpPr>
          <p:cNvPr id="8" name="Group 7">
            <a:extLst>
              <a:ext uri="{FF2B5EF4-FFF2-40B4-BE49-F238E27FC236}">
                <a16:creationId xmlns:a16="http://schemas.microsoft.com/office/drawing/2014/main" id="{A5C04B04-514F-C01F-97A9-F47E539718FD}"/>
              </a:ext>
            </a:extLst>
          </p:cNvPr>
          <p:cNvGrpSpPr/>
          <p:nvPr/>
        </p:nvGrpSpPr>
        <p:grpSpPr>
          <a:xfrm>
            <a:off x="483487" y="2373740"/>
            <a:ext cx="11123295" cy="1008689"/>
            <a:chOff x="483487" y="1440816"/>
            <a:chExt cx="11123295" cy="1008689"/>
          </a:xfrm>
        </p:grpSpPr>
        <p:pic>
          <p:nvPicPr>
            <p:cNvPr id="9" name="Picture 8">
              <a:extLst>
                <a:ext uri="{FF2B5EF4-FFF2-40B4-BE49-F238E27FC236}">
                  <a16:creationId xmlns:a16="http://schemas.microsoft.com/office/drawing/2014/main" id="{3FAC5C09-948B-2529-E130-00C7FC37C5A2}"/>
                </a:ext>
              </a:extLst>
            </p:cNvPr>
            <p:cNvPicPr>
              <a:picLocks noChangeAspect="1"/>
            </p:cNvPicPr>
            <p:nvPr/>
          </p:nvPicPr>
          <p:blipFill>
            <a:blip r:embed="rId4"/>
            <a:stretch/>
          </p:blipFill>
          <p:spPr>
            <a:xfrm>
              <a:off x="483487" y="1610164"/>
              <a:ext cx="11123295" cy="839341"/>
            </a:xfrm>
            <a:prstGeom prst="rect">
              <a:avLst/>
            </a:prstGeom>
          </p:spPr>
        </p:pic>
        <p:sp>
          <p:nvSpPr>
            <p:cNvPr id="10" name="Rectangle 9">
              <a:extLst>
                <a:ext uri="{FF2B5EF4-FFF2-40B4-BE49-F238E27FC236}">
                  <a16:creationId xmlns:a16="http://schemas.microsoft.com/office/drawing/2014/main" id="{C9CBA4EA-EDF5-1D03-4FC2-1A0361A60A71}"/>
                </a:ext>
              </a:extLst>
            </p:cNvPr>
            <p:cNvSpPr/>
            <p:nvPr/>
          </p:nvSpPr>
          <p:spPr bwMode="auto">
            <a:xfrm>
              <a:off x="657225" y="1440817"/>
              <a:ext cx="561975" cy="561975"/>
            </a:xfrm>
            <a:prstGeom prst="rect">
              <a:avLst/>
            </a:prstGeom>
            <a:solidFill>
              <a:schemeClr val="accent5"/>
            </a:solidFill>
            <a:ln>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02</a:t>
              </a:r>
            </a:p>
          </p:txBody>
        </p:sp>
        <p:sp>
          <p:nvSpPr>
            <p:cNvPr id="11" name="Rectangle 10">
              <a:extLst>
                <a:ext uri="{FF2B5EF4-FFF2-40B4-BE49-F238E27FC236}">
                  <a16:creationId xmlns:a16="http://schemas.microsoft.com/office/drawing/2014/main" id="{269BB913-04C6-9307-3C70-83C0A334F6D5}"/>
                </a:ext>
              </a:extLst>
            </p:cNvPr>
            <p:cNvSpPr/>
            <p:nvPr/>
          </p:nvSpPr>
          <p:spPr bwMode="auto">
            <a:xfrm>
              <a:off x="1219200" y="1440816"/>
              <a:ext cx="10210800" cy="561975"/>
            </a:xfrm>
            <a:prstGeom prst="rect">
              <a:avLst/>
            </a:prstGeom>
            <a:solidFill>
              <a:schemeClr val="bg1">
                <a:lumMod val="95000"/>
              </a:schemeClr>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91440" bIns="0" numCol="1" spcCol="0" rtlCol="0" fromWordArt="0" anchor="ctr" anchorCtr="0" forceAA="0" compatLnSpc="1">
              <a:prstTxWarp prst="textNoShape">
                <a:avLst/>
              </a:prstTxWarp>
              <a:noAutofit/>
            </a:bodyPr>
            <a:lstStyle/>
            <a:p>
              <a:pPr lvl="0">
                <a:lnSpc>
                  <a:spcPct val="90000"/>
                </a:lnSpc>
                <a:spcAft>
                  <a:spcPts val="333"/>
                </a:spcAft>
                <a:defRPr/>
              </a:pPr>
              <a:r>
                <a:rPr lang="en-US" sz="1600" dirty="0">
                  <a:solidFill>
                    <a:schemeClr val="tx1"/>
                  </a:solidFill>
                  <a:latin typeface="Arial" panose="020B0604020202020204" pitchFamily="34" charset="0"/>
                  <a:cs typeface="Arial" panose="020B0604020202020204" pitchFamily="34" charset="0"/>
                </a:rPr>
                <a:t>Enables faster debugging, same-day root cause analysis, and complete design generation from a single prompt</a:t>
              </a:r>
            </a:p>
          </p:txBody>
        </p:sp>
      </p:grpSp>
      <p:grpSp>
        <p:nvGrpSpPr>
          <p:cNvPr id="12" name="Group 11">
            <a:extLst>
              <a:ext uri="{FF2B5EF4-FFF2-40B4-BE49-F238E27FC236}">
                <a16:creationId xmlns:a16="http://schemas.microsoft.com/office/drawing/2014/main" id="{5DF3957F-CD4A-3941-E275-FCE05E76D1EB}"/>
              </a:ext>
            </a:extLst>
          </p:cNvPr>
          <p:cNvGrpSpPr/>
          <p:nvPr/>
        </p:nvGrpSpPr>
        <p:grpSpPr>
          <a:xfrm>
            <a:off x="483487" y="3306664"/>
            <a:ext cx="11123295" cy="1008689"/>
            <a:chOff x="483487" y="1440816"/>
            <a:chExt cx="11123295" cy="1008689"/>
          </a:xfrm>
        </p:grpSpPr>
        <p:pic>
          <p:nvPicPr>
            <p:cNvPr id="13" name="Picture 12">
              <a:extLst>
                <a:ext uri="{FF2B5EF4-FFF2-40B4-BE49-F238E27FC236}">
                  <a16:creationId xmlns:a16="http://schemas.microsoft.com/office/drawing/2014/main" id="{DD99F484-C46E-0E0A-2EF6-50F7BBA39D2E}"/>
                </a:ext>
              </a:extLst>
            </p:cNvPr>
            <p:cNvPicPr>
              <a:picLocks noChangeAspect="1"/>
            </p:cNvPicPr>
            <p:nvPr/>
          </p:nvPicPr>
          <p:blipFill>
            <a:blip r:embed="rId4"/>
            <a:stretch/>
          </p:blipFill>
          <p:spPr>
            <a:xfrm>
              <a:off x="483487" y="1610164"/>
              <a:ext cx="11123295" cy="839341"/>
            </a:xfrm>
            <a:prstGeom prst="rect">
              <a:avLst/>
            </a:prstGeom>
          </p:spPr>
        </p:pic>
        <p:sp>
          <p:nvSpPr>
            <p:cNvPr id="14" name="Rectangle 13">
              <a:extLst>
                <a:ext uri="{FF2B5EF4-FFF2-40B4-BE49-F238E27FC236}">
                  <a16:creationId xmlns:a16="http://schemas.microsoft.com/office/drawing/2014/main" id="{D53B3A02-EC2C-0662-08F9-83C3E7F2184D}"/>
                </a:ext>
              </a:extLst>
            </p:cNvPr>
            <p:cNvSpPr/>
            <p:nvPr/>
          </p:nvSpPr>
          <p:spPr bwMode="auto">
            <a:xfrm>
              <a:off x="657225" y="1440817"/>
              <a:ext cx="561975" cy="561975"/>
            </a:xfrm>
            <a:prstGeom prst="rect">
              <a:avLst/>
            </a:prstGeom>
            <a:solidFill>
              <a:schemeClr val="accent4"/>
            </a:solidFill>
            <a:ln>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03</a:t>
              </a:r>
            </a:p>
          </p:txBody>
        </p:sp>
        <p:sp>
          <p:nvSpPr>
            <p:cNvPr id="15" name="Rectangle 14">
              <a:extLst>
                <a:ext uri="{FF2B5EF4-FFF2-40B4-BE49-F238E27FC236}">
                  <a16:creationId xmlns:a16="http://schemas.microsoft.com/office/drawing/2014/main" id="{F9D09570-2B49-3EEA-1916-93BA73C2ED2D}"/>
                </a:ext>
              </a:extLst>
            </p:cNvPr>
            <p:cNvSpPr/>
            <p:nvPr/>
          </p:nvSpPr>
          <p:spPr bwMode="auto">
            <a:xfrm>
              <a:off x="1219200" y="1440816"/>
              <a:ext cx="10210800" cy="561975"/>
            </a:xfrm>
            <a:prstGeom prst="rect">
              <a:avLst/>
            </a:prstGeom>
            <a:solidFill>
              <a:schemeClr val="bg1">
                <a:lumMod val="95000"/>
              </a:schemeClr>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0" numCol="1" spcCol="0" rtlCol="0" fromWordArt="0" anchor="ctr" anchorCtr="0" forceAA="0" compatLnSpc="1">
              <a:prstTxWarp prst="textNoShape">
                <a:avLst/>
              </a:prstTxWarp>
              <a:noAutofit/>
            </a:bodyPr>
            <a:lstStyle/>
            <a:p>
              <a:pPr marL="0" indent="0">
                <a:buNone/>
              </a:pPr>
              <a:r>
                <a:rPr lang="en-US" sz="1600" dirty="0">
                  <a:solidFill>
                    <a:schemeClr val="tx1"/>
                  </a:solidFill>
                </a:rPr>
                <a:t>Built on MCP and Agent Skills, making it IDE-agnostic and LLM-agnostic out of the box</a:t>
              </a:r>
            </a:p>
          </p:txBody>
        </p:sp>
      </p:grpSp>
      <p:grpSp>
        <p:nvGrpSpPr>
          <p:cNvPr id="16" name="Group 15">
            <a:extLst>
              <a:ext uri="{FF2B5EF4-FFF2-40B4-BE49-F238E27FC236}">
                <a16:creationId xmlns:a16="http://schemas.microsoft.com/office/drawing/2014/main" id="{5FB01DD5-E08F-8507-451D-A7C1828CBDBF}"/>
              </a:ext>
            </a:extLst>
          </p:cNvPr>
          <p:cNvGrpSpPr/>
          <p:nvPr/>
        </p:nvGrpSpPr>
        <p:grpSpPr>
          <a:xfrm>
            <a:off x="657225" y="4239588"/>
            <a:ext cx="10949557" cy="1012388"/>
            <a:chOff x="657225" y="1440815"/>
            <a:chExt cx="10949557" cy="1012388"/>
          </a:xfrm>
        </p:grpSpPr>
        <p:pic>
          <p:nvPicPr>
            <p:cNvPr id="17" name="Picture 16">
              <a:extLst>
                <a:ext uri="{FF2B5EF4-FFF2-40B4-BE49-F238E27FC236}">
                  <a16:creationId xmlns:a16="http://schemas.microsoft.com/office/drawing/2014/main" id="{4F71744F-1DDA-7D51-0707-1BE22BF598E1}"/>
                </a:ext>
              </a:extLst>
            </p:cNvPr>
            <p:cNvPicPr>
              <a:picLocks noChangeAspect="1"/>
            </p:cNvPicPr>
            <p:nvPr/>
          </p:nvPicPr>
          <p:blipFill rotWithShape="1">
            <a:blip r:embed="rId4"/>
            <a:srcRect l="6614"/>
            <a:stretch/>
          </p:blipFill>
          <p:spPr>
            <a:xfrm>
              <a:off x="1219200" y="1613862"/>
              <a:ext cx="10387582" cy="839341"/>
            </a:xfrm>
            <a:prstGeom prst="rect">
              <a:avLst/>
            </a:prstGeom>
          </p:spPr>
        </p:pic>
        <p:sp>
          <p:nvSpPr>
            <p:cNvPr id="18" name="Rectangle 17">
              <a:extLst>
                <a:ext uri="{FF2B5EF4-FFF2-40B4-BE49-F238E27FC236}">
                  <a16:creationId xmlns:a16="http://schemas.microsoft.com/office/drawing/2014/main" id="{7208A501-4FFB-CCDC-870D-876A14617940}"/>
                </a:ext>
              </a:extLst>
            </p:cNvPr>
            <p:cNvSpPr/>
            <p:nvPr/>
          </p:nvSpPr>
          <p:spPr bwMode="auto">
            <a:xfrm>
              <a:off x="657225" y="1440817"/>
              <a:ext cx="561975" cy="561975"/>
            </a:xfrm>
            <a:prstGeom prst="rect">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04</a:t>
              </a:r>
            </a:p>
          </p:txBody>
        </p:sp>
        <p:sp>
          <p:nvSpPr>
            <p:cNvPr id="19" name="Rectangle 18">
              <a:extLst>
                <a:ext uri="{FF2B5EF4-FFF2-40B4-BE49-F238E27FC236}">
                  <a16:creationId xmlns:a16="http://schemas.microsoft.com/office/drawing/2014/main" id="{878F49EC-030C-754F-9BD0-7B05F2DE2A6B}"/>
                </a:ext>
              </a:extLst>
            </p:cNvPr>
            <p:cNvSpPr/>
            <p:nvPr/>
          </p:nvSpPr>
          <p:spPr bwMode="auto">
            <a:xfrm>
              <a:off x="1219200" y="1440815"/>
              <a:ext cx="10210800" cy="561975"/>
            </a:xfrm>
            <a:prstGeom prst="rect">
              <a:avLst/>
            </a:prstGeom>
            <a:solidFill>
              <a:schemeClr val="bg1">
                <a:lumMod val="95000"/>
              </a:schemeClr>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0" numCol="1" spcCol="0" rtlCol="0" fromWordArt="0" anchor="ctr" anchorCtr="0" forceAA="0" compatLnSpc="1">
              <a:prstTxWarp prst="textNoShape">
                <a:avLst/>
              </a:prstTxWarp>
              <a:noAutofit/>
            </a:bodyPr>
            <a:lstStyle/>
            <a:p>
              <a:pPr marL="0" indent="0">
                <a:spcAft>
                  <a:spcPts val="300"/>
                </a:spcAft>
                <a:buNone/>
              </a:pPr>
              <a:r>
                <a:rPr lang="en-US" sz="1600" dirty="0">
                  <a:solidFill>
                    <a:schemeClr val="tx1"/>
                  </a:solidFill>
                </a:rPr>
                <a:t>Covers doc search, Tcl execution, session management, monitoring, HPC/LSF support, and productivity tools  in one server</a:t>
              </a:r>
            </a:p>
          </p:txBody>
        </p:sp>
      </p:grpSp>
    </p:spTree>
    <p:custDataLst>
      <p:tags r:id="rId1"/>
    </p:custDataLst>
    <p:extLst>
      <p:ext uri="{BB962C8B-B14F-4D97-AF65-F5344CB8AC3E}">
        <p14:creationId xmlns:p14="http://schemas.microsoft.com/office/powerpoint/2010/main" val="41381483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C7648-4ED6-13D2-2D03-0AA6E5FC6A50}"/>
              </a:ext>
            </a:extLst>
          </p:cNvPr>
          <p:cNvSpPr>
            <a:spLocks noGrp="1"/>
          </p:cNvSpPr>
          <p:nvPr>
            <p:ph type="title"/>
          </p:nvPr>
        </p:nvSpPr>
        <p:spPr/>
        <p:txBody>
          <a:bodyPr/>
          <a:lstStyle/>
          <a:p>
            <a:r>
              <a:rPr lang="en-US" dirty="0">
                <a:cs typeface="Arial"/>
              </a:rPr>
              <a:t>Disclaimer and Attributions</a:t>
            </a:r>
            <a:endParaRPr lang="en-US" dirty="0"/>
          </a:p>
        </p:txBody>
      </p:sp>
      <p:sp>
        <p:nvSpPr>
          <p:cNvPr id="3" name="Text Placeholder 2">
            <a:extLst>
              <a:ext uri="{FF2B5EF4-FFF2-40B4-BE49-F238E27FC236}">
                <a16:creationId xmlns:a16="http://schemas.microsoft.com/office/drawing/2014/main" id="{9D1E77A6-1AD4-DAC6-AD9E-E08DD3D8647E}"/>
              </a:ext>
            </a:extLst>
          </p:cNvPr>
          <p:cNvSpPr>
            <a:spLocks noGrp="1"/>
          </p:cNvSpPr>
          <p:nvPr>
            <p:ph type="body" sz="quarter" idx="10"/>
          </p:nvPr>
        </p:nvSpPr>
        <p:spPr/>
        <p:txBody>
          <a:bodyPr/>
          <a:lstStyle/>
          <a:p>
            <a:pPr>
              <a:spcBef>
                <a:spcPts val="0"/>
              </a:spcBef>
            </a:pPr>
            <a:r>
              <a:rPr lang="en-US" sz="1600" dirty="0">
                <a:ea typeface="Times New Roman" panose="02020603050405020304" pitchFamily="18" charset="0"/>
                <a:cs typeface="Times New Roman" panose="02020603050405020304" pitchFamily="18"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 products are as set forth in a signed agreement between the parties or in AMD's Standard Terms and Conditions of Sale. GD-18u</a:t>
            </a:r>
            <a:br>
              <a:rPr lang="en-US" sz="1600" dirty="0">
                <a:ea typeface="Times New Roman" panose="02020603050405020304" pitchFamily="18" charset="0"/>
                <a:cs typeface="Times New Roman" panose="02020603050405020304" pitchFamily="18" charset="0"/>
              </a:rPr>
            </a:br>
            <a:br>
              <a:rPr lang="en-US" sz="1600" dirty="0">
                <a:ea typeface="Times New Roman" panose="02020603050405020304" pitchFamily="18" charset="0"/>
                <a:cs typeface="Times New Roman" panose="02020603050405020304" pitchFamily="18" charset="0"/>
              </a:rPr>
            </a:br>
            <a:r>
              <a:rPr lang="en-US" sz="1600" dirty="0">
                <a:ea typeface="Times New Roman" panose="02020603050405020304" pitchFamily="18" charset="0"/>
                <a:cs typeface="Times New Roman" panose="02020603050405020304" pitchFamily="18" charset="0"/>
              </a:rPr>
              <a:t>© 2026 Advanced Micro Devices, Inc. All rights reserved. AMD, the AMD Arrow logo, ISE, Spartan, </a:t>
            </a:r>
            <a:r>
              <a:rPr lang="en-US" sz="1600" dirty="0"/>
              <a:t>UltraScale+, Versal, Virtex, Vitis, Vivado,</a:t>
            </a:r>
            <a:r>
              <a:rPr lang="en-US" sz="1600" dirty="0">
                <a:ea typeface="Times New Roman" panose="02020603050405020304" pitchFamily="18" charset="0"/>
                <a:cs typeface="Times New Roman" panose="02020603050405020304" pitchFamily="18" charset="0"/>
              </a:rPr>
              <a:t> Zynq, and combinations thereof are trademarks of Advanced Micro Devices, Inc. Docker and the Docker logo are trademarks or registered trademarks of Docker, Inc. Linux is the registered trademark of Linus Torvalds in the U.S. and other countries. PCIe is a registered trademark of PCI-SIG Corporation. Visual Studio® is a registered trademark of Microsoft Corporation in the United States and/or other countries. Other product names used in this publication are for identification purposes only and may be trademarks of their respective owners. Certain AMD technologies may require third-party enablement or activation. Supported features may vary by operating system. Please confirm with the system manufacturer for specific features. No technology or product can be completely secure. </a:t>
            </a:r>
            <a:endParaRPr lang="en-US" sz="1600" dirty="0">
              <a:ea typeface="Aptos" panose="020B0004020202020204" pitchFamily="34"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250081124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err="1" smtClean="0"/>
        </a:defPPr>
      </a:lstStyle>
    </a:txDef>
  </a:objectDefaults>
  <a:extraClrSchemeLst/>
  <a:extLst>
    <a:ext uri="{05A4C25C-085E-4340-85A3-A5531E510DB2}">
      <thm15:themeFamily xmlns:thm15="http://schemas.microsoft.com/office/thememl/2012/main" name="Presentation7" id="{94DDD171-3649-784B-8DFF-0523AEB0E1C6}" vid="{59C6D40F-03E9-B54A-84C3-8AA20355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TemplateConfiguration><![CDATA[{"slideVersion":1,"isValidatorEnabled":false,"isLocked":false,"elementsMetadata":[],"slideId":"637629098472211994","enableDocumentContentUpdater":true,"version":"2.0"}]]></TemplafySlideTemplateConfiguration>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3e47a3-fb9f-4274-9574-10107a22eccc">
      <Terms xmlns="http://schemas.microsoft.com/office/infopath/2007/PartnerControls"/>
    </lcf76f155ced4ddcb4097134ff3c332f>
    <_Flow_SignoffStatus xmlns="c23e47a3-fb9f-4274-9574-10107a22eccc" xsi:nil="true"/>
    <Comments xmlns="c23e47a3-fb9f-4274-9574-10107a22eccc" xsi:nil="true"/>
    <TaxCatchAll xmlns="65f10eed-92af-4f01-8be5-9666ba0c38c7" xsi:nil="true"/>
  </documentManagement>
</p:properties>
</file>

<file path=customXml/item3.xml><?xml version="1.0" encoding="utf-8"?>
<TemplafySlideFormConfiguration><![CDATA[{"formFields":[],"formDataEntries":[]}]]></TemplafySlideForm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36AB24958BB2594FBE2365E3FFE7E47E" ma:contentTypeVersion="18" ma:contentTypeDescription="Create a new document." ma:contentTypeScope="" ma:versionID="feed1b49632c9d801a22b709da76dbb9">
  <xsd:schema xmlns:xsd="http://www.w3.org/2001/XMLSchema" xmlns:xs="http://www.w3.org/2001/XMLSchema" xmlns:p="http://schemas.microsoft.com/office/2006/metadata/properties" xmlns:ns2="65f10eed-92af-4f01-8be5-9666ba0c38c7" xmlns:ns3="c23e47a3-fb9f-4274-9574-10107a22eccc" targetNamespace="http://schemas.microsoft.com/office/2006/metadata/properties" ma:root="true" ma:fieldsID="6a679be6a77f0db1907c3a00eeac795e" ns2:_="" ns3:_="">
    <xsd:import namespace="65f10eed-92af-4f01-8be5-9666ba0c38c7"/>
    <xsd:import namespace="c23e47a3-fb9f-4274-9574-10107a22ec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ObjectDetectorVersions" minOccurs="0"/>
                <xsd:element ref="ns3:MediaServiceLocation" minOccurs="0"/>
                <xsd:element ref="ns3:_Flow_SignoffStatus" minOccurs="0"/>
                <xsd:element ref="ns3:MediaServiceSearchProperties" minOccurs="0"/>
                <xsd:element ref="ns3:MediaServiceBillingMetadata" minOccurs="0"/>
                <xsd:element ref="ns3: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f10eed-92af-4f01-8be5-9666ba0c38c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ada993dc-22eb-41e2-948f-b68d961cf7d1}" ma:internalName="TaxCatchAll" ma:showField="CatchAllData" ma:web="65f10eed-92af-4f01-8be5-9666ba0c38c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23e47a3-fb9f-4274-9574-10107a22ec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_Flow_SignoffStatus" ma:index="22" nillable="true" ma:displayName="Sign-off status" ma:internalName="Sign_x002d_off_x0020_status">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Comments" ma:index="25" nillable="true" ma:displayName="Comments" ma:format="Dropdown" ma:internalName="Comment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7.xml><?xml version="1.0" encoding="utf-8"?>
<TemplafySlideTemplateConfiguration><![CDATA[{"slideVersion":1,"isValidatorEnabled":false,"isLocked":false,"elementsMetadata":[],"slideId":"637629098472095892","enableDocumentContentUpdater":true,"version":"2.0"}]]></TemplafySlideTemplateConfiguration>
</file>

<file path=customXml/item8.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637629098472306593","enableDocumentContentUpdater":true,"version":"2.0"}]]></TemplafySlideTemplateConfiguration>
</file>

<file path=customXml/item11.xml><?xml version="1.0" encoding="utf-8"?>
<TemplafySlideFormConfiguration><![CDATA[{"formFields":[],"formDataEntries":[]}]]></TemplafySlideFormConfiguration>
</file>

<file path=customXml/itemProps1.xml><?xml version="1.0" encoding="utf-8"?>
<ds:datastoreItem xmlns:ds="http://schemas.openxmlformats.org/officeDocument/2006/customXml" ds:itemID="{58020A67-392C-5041-AE76-684CB4F51378}">
  <ds:schemaRefs/>
</ds:datastoreItem>
</file>

<file path=customXml/itemProps2.xml><?xml version="1.0" encoding="utf-8"?>
<ds:datastoreItem xmlns:ds="http://schemas.openxmlformats.org/officeDocument/2006/customXml" ds:itemID="{F990F116-B58F-4255-B05B-DA3808E0E5C6}">
  <ds:schemaRefs>
    <ds:schemaRef ds:uri="http://schemas.openxmlformats.org/package/2006/metadata/core-properties"/>
    <ds:schemaRef ds:uri="http://www.w3.org/XML/1998/namespace"/>
    <ds:schemaRef ds:uri="http://purl.org/dc/elements/1.1/"/>
    <ds:schemaRef ds:uri="http://purl.org/dc/terms/"/>
    <ds:schemaRef ds:uri="http://schemas.microsoft.com/office/infopath/2007/PartnerControls"/>
    <ds:schemaRef ds:uri="http://purl.org/dc/dcmitype/"/>
    <ds:schemaRef ds:uri="http://schemas.microsoft.com/office/2006/documentManagement/types"/>
    <ds:schemaRef ds:uri="c23e47a3-fb9f-4274-9574-10107a22eccc"/>
    <ds:schemaRef ds:uri="65f10eed-92af-4f01-8be5-9666ba0c38c7"/>
    <ds:schemaRef ds:uri="http://schemas.microsoft.com/office/2006/metadata/properties"/>
  </ds:schemaRefs>
</ds:datastoreItem>
</file>

<file path=customXml/itemProps3.xml><?xml version="1.0" encoding="utf-8"?>
<ds:datastoreItem xmlns:ds="http://schemas.openxmlformats.org/officeDocument/2006/customXml" ds:itemID="{3F8E02AC-FDB5-4D5E-86CE-40FD3E2ACE94}">
  <ds:schemaRefs/>
</ds:datastoreItem>
</file>

<file path=customXml/itemProps4.xml><?xml version="1.0" encoding="utf-8"?>
<ds:datastoreItem xmlns:ds="http://schemas.openxmlformats.org/officeDocument/2006/customXml" ds:itemID="{6E5A0386-9FFA-44CD-913F-8FDFD3B53E5D}">
  <ds:schemaRefs>
    <ds:schemaRef ds:uri="65f10eed-92af-4f01-8be5-9666ba0c38c7"/>
    <ds:schemaRef ds:uri="c23e47a3-fb9f-4274-9574-10107a22ecc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5.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6.xml><?xml version="1.0" encoding="utf-8"?>
<ds:datastoreItem xmlns:ds="http://schemas.openxmlformats.org/officeDocument/2006/customXml" ds:itemID="{43BC5722-1D5B-4915-8247-E6D5F513E549}">
  <ds:schemaRefs/>
</ds:datastoreItem>
</file>

<file path=customXml/itemProps7.xml><?xml version="1.0" encoding="utf-8"?>
<ds:datastoreItem xmlns:ds="http://schemas.openxmlformats.org/officeDocument/2006/customXml" ds:itemID="{F91A0867-35A7-4CBF-94F6-D7FB298BEB8C}">
  <ds:schemaRefs/>
</ds:datastoreItem>
</file>

<file path=customXml/itemProps8.xml><?xml version="1.0" encoding="utf-8"?>
<ds:datastoreItem xmlns:ds="http://schemas.openxmlformats.org/officeDocument/2006/customXml" ds:itemID="{6291F803-2EF0-4E47-96D6-4796950CE6BD}">
  <ds:schemaRefs/>
</ds:datastoreItem>
</file>

<file path=customXml/itemProps9.xml><?xml version="1.0" encoding="utf-8"?>
<ds:datastoreItem xmlns:ds="http://schemas.openxmlformats.org/officeDocument/2006/customXml" ds:itemID="{8F397F8F-7EDC-994F-A696-92B6C094C93E}">
  <ds:schemaRefs/>
</ds:datastoreItem>
</file>

<file path=customXml/itemProps10.xml><?xml version="1.0" encoding="utf-8"?>
<ds:datastoreItem xmlns:ds="http://schemas.openxmlformats.org/officeDocument/2006/customXml" ds:itemID="{78C916E8-212D-4866-B8ED-29D7FE89AEE7}">
  <ds:schemaRefs/>
</ds:datastoreItem>
</file>

<file path=customXml/itemProps11.xml><?xml version="1.0" encoding="utf-8"?>
<ds:datastoreItem xmlns:ds="http://schemas.openxmlformats.org/officeDocument/2006/customXml" ds:itemID="{009FB66F-7FA3-454F-BDF2-BE625C6C074B}">
  <ds:schemaRefs/>
</ds:datastoreItem>
</file>

<file path=docMetadata/LabelInfo.xml><?xml version="1.0" encoding="utf-8"?>
<clbl:labelList xmlns:clbl="http://schemas.microsoft.com/office/2020/mipLabelMetadata">
  <clbl:label id="{dce362fe-1558-4fb5-9f64-8a6240d76441}"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782</TotalTime>
  <Words>5071</Words>
  <Application>Microsoft Office PowerPoint</Application>
  <PresentationFormat>Widescreen</PresentationFormat>
  <Paragraphs>531</Paragraphs>
  <Slides>20</Slides>
  <Notes>20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Aptos</vt:lpstr>
      <vt:lpstr>Arial</vt:lpstr>
      <vt:lpstr>Arial Bold</vt:lpstr>
      <vt:lpstr>Consolas</vt:lpstr>
      <vt:lpstr>Courier New</vt:lpstr>
      <vt:lpstr>Segoe UI</vt:lpstr>
      <vt:lpstr>Times New Roman</vt:lpstr>
      <vt:lpstr>AMD Corporate Template_Dark</vt:lpstr>
      <vt:lpstr>think-cell Slide</vt:lpstr>
      <vt:lpstr>AMD Vivado™ AI Assistant: Introduction</vt:lpstr>
      <vt:lpstr>Agenda</vt:lpstr>
      <vt:lpstr>Agenda</vt:lpstr>
      <vt:lpstr>What Vivado AI Assistant Is</vt:lpstr>
      <vt:lpstr>What Vivado AI Assistant Is</vt:lpstr>
      <vt:lpstr>What Vivado AI Assistant Is</vt:lpstr>
      <vt:lpstr>AMD Vivado AI Assistant: A Productivity Multiplier</vt:lpstr>
      <vt:lpstr>Why AMD Vivado AI? Meets Distinct Needs of Each User</vt:lpstr>
      <vt:lpstr>Agenda</vt:lpstr>
      <vt:lpstr>Guiding Principle: Follow Industry Standards</vt:lpstr>
      <vt:lpstr>Framework Enabling Agentic AI Design Flow</vt:lpstr>
      <vt:lpstr>First Delivery: IDE/CLI Agnostic AMD Vivado MCP Server</vt:lpstr>
      <vt:lpstr>Agenda</vt:lpstr>
      <vt:lpstr>Access Knowledge Base: Real Questions, Expert Answers</vt:lpstr>
      <vt:lpstr>Deep Dive: Knowledge Database</vt:lpstr>
      <vt:lpstr>Why AMD Vivado IDE Knowledge is Critical for Agentic AI Flow</vt:lpstr>
      <vt:lpstr>AMD Vivado MCP Tool Reference</vt:lpstr>
      <vt:lpstr>Summary</vt:lpstr>
      <vt:lpstr>Disclaimer and Attributions</vt:lpstr>
      <vt:lpstr>PowerPoint Presentation</vt:lpstr>
    </vt:vector>
  </TitlesOfParts>
  <Manager>&lt;Comms manager name here&gt;</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AMD Corporate Powerpoint Template</dc:subject>
  <dc:creator>Federico Gasquet</dc:creator>
  <cp:keywords>AMD Corporate Powerpoint Template</cp:keywords>
  <dc:description/>
  <cp:lastModifiedBy>Pasha, Sabia</cp:lastModifiedBy>
  <cp:revision>18</cp:revision>
  <cp:lastPrinted>2020-04-30T18:59:47Z</cp:lastPrinted>
  <dcterms:created xsi:type="dcterms:W3CDTF">2021-04-19T14:31:00Z</dcterms:created>
  <dcterms:modified xsi:type="dcterms:W3CDTF">2026-06-26T11:00:32Z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2021-07-26T15:24:07</vt:lpwstr>
  </property>
  <property fmtid="{D5CDD505-2E9C-101B-9397-08002B2CF9AE}" pid="6" name="MSIP_Label_4342314e-0df4-4b58-84bf-38bed6170a0f_Enabled">
    <vt:lpwstr>true</vt:lpwstr>
  </property>
  <property fmtid="{D5CDD505-2E9C-101B-9397-08002B2CF9AE}" pid="7" name="MSIP_Label_4342314e-0df4-4b58-84bf-38bed6170a0f_SetDate">
    <vt:lpwstr>2024-04-03T19:29:53Z</vt:lpwstr>
  </property>
  <property fmtid="{D5CDD505-2E9C-101B-9397-08002B2CF9AE}" pid="8" name="MSIP_Label_4342314e-0df4-4b58-84bf-38bed6170a0f_Method">
    <vt:lpwstr>Standard</vt:lpwstr>
  </property>
  <property fmtid="{D5CDD505-2E9C-101B-9397-08002B2CF9AE}" pid="9" name="MSIP_Label_4342314e-0df4-4b58-84bf-38bed6170a0f_Name">
    <vt:lpwstr>General</vt:lpwstr>
  </property>
  <property fmtid="{D5CDD505-2E9C-101B-9397-08002B2CF9AE}" pid="10" name="MSIP_Label_4342314e-0df4-4b58-84bf-38bed6170a0f_SiteId">
    <vt:lpwstr>3dd8961f-e488-4e60-8e11-a82d994e183d</vt:lpwstr>
  </property>
  <property fmtid="{D5CDD505-2E9C-101B-9397-08002B2CF9AE}" pid="11" name="MSIP_Label_4342314e-0df4-4b58-84bf-38bed6170a0f_ActionId">
    <vt:lpwstr>35a70717-8365-47db-b5e1-414ae0f16de3</vt:lpwstr>
  </property>
  <property fmtid="{D5CDD505-2E9C-101B-9397-08002B2CF9AE}" pid="12" name="MSIP_Label_4342314e-0df4-4b58-84bf-38bed6170a0f_ContentBits">
    <vt:lpwstr>1</vt:lpwstr>
  </property>
  <property fmtid="{D5CDD505-2E9C-101B-9397-08002B2CF9AE}" pid="13" name="MediaServiceImageTags">
    <vt:lpwstr/>
  </property>
  <property fmtid="{D5CDD505-2E9C-101B-9397-08002B2CF9AE}" pid="14" name="ClassificationContentMarkingHeaderLocations">
    <vt:lpwstr>AMD Corporate Template_Dark:6</vt:lpwstr>
  </property>
  <property fmtid="{D5CDD505-2E9C-101B-9397-08002B2CF9AE}" pid="15" name="ClassificationContentMarkingHeaderText">
    <vt:lpwstr>[AMD Official Use Only - AMD Internal Distribution Only]</vt:lpwstr>
  </property>
  <property fmtid="{D5CDD505-2E9C-101B-9397-08002B2CF9AE}" pid="16" name="ContentTypeId">
    <vt:lpwstr>0x01010036AB24958BB2594FBE2365E3FFE7E47E</vt:lpwstr>
  </property>
</Properties>
</file>